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theme/theme23.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8.xml" ContentType="application/vnd.openxmlformats-officedocument.presentationml.slide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22.xml" ContentType="application/vnd.openxmlformats-officedocument.presentationml.slideMaster+xml"/>
  <Override PartName="/ppt/notesSlides/notesSlide5.xml" ContentType="application/vnd.openxmlformats-officedocument.presentationml.notesSlide+xml"/>
  <Override PartName="/ppt/slideLayouts/slideLayout23.xml" ContentType="application/vnd.openxmlformats-officedocument.presentationml.slideLayout+xml"/>
  <Override PartName="/ppt/slideLayouts/slideLayout1.xml" ContentType="application/vnd.openxmlformats-officedocument.presentationml.slideLayout+xml"/>
  <Override PartName="/ppt/slideLayouts/slideLayout20.xml" ContentType="application/vnd.openxmlformats-officedocument.presentationml.slideLayout+xml"/>
  <Override PartName="/ppt/slideLayouts/slideLayout2.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7"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8.xml"/><Relationship Id="rId5" Type="http://schemas.openxmlformats.org/officeDocument/2006/relationships/slideMaster" Target="slideMasters/slideMaster2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n-US" sz="2800" b="0" u="none" strike="noStrike">
                <a:solidFill>
                  <a:schemeClr val="dk1"/>
                </a:solidFill>
                <a:effectLst/>
                <a:uFillTx/>
                <a:latin typeface="Trebuchet MS"/>
              </a:rPr>
              <a:t>Click to move the slide</a:t>
            </a:r>
            <a:endParaRPr lang="en-US" sz="2800" b="0" u="none" strike="noStrike">
              <a:solidFill>
                <a:schemeClr val="dk1"/>
              </a:solidFill>
              <a:effectLst/>
              <a:uFillTx/>
              <a:latin typeface="Trebuchet MS"/>
            </a:endParaRPr>
          </a:p>
        </p:txBody>
      </p:sp>
      <p:sp>
        <p:nvSpPr>
          <p:cNvPr id="496"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497"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&lt;header&gt;</a:t>
            </a:r>
            <a:endParaRPr lang="en-IN" sz="1400" b="0" u="none" strike="noStrike">
              <a:solidFill>
                <a:srgbClr val="000000"/>
              </a:solidFill>
              <a:effectLst/>
              <a:uFillTx/>
              <a:latin typeface="Times New Roman"/>
            </a:endParaRPr>
          </a:p>
        </p:txBody>
      </p:sp>
      <p:sp>
        <p:nvSpPr>
          <p:cNvPr id="498" name="PlaceHolder 4"/>
          <p:cNvSpPr>
            <a:spLocks noGrp="1"/>
          </p:cNvSpPr>
          <p:nvPr>
            <p:ph type="dt" idx="49"/>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499" name="PlaceHolder 5"/>
          <p:cNvSpPr>
            <a:spLocks noGrp="1"/>
          </p:cNvSpPr>
          <p:nvPr>
            <p:ph type="ftr" idx="50"/>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00" name="PlaceHolder 6"/>
          <p:cNvSpPr>
            <a:spLocks noGrp="1"/>
          </p:cNvSpPr>
          <p:nvPr>
            <p:ph type="sldNum" idx="51"/>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D3D287E4-F245-4219-8B40-0734ECA9472F}" type="slidenum">
              <a:rPr lang="en-IN"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type="sldImg"/>
          </p:nvPr>
        </p:nvSpPr>
        <p:spPr>
          <a:xfrm>
            <a:off x="685800" y="1143000"/>
            <a:ext cx="5485680" cy="3085560"/>
          </a:xfrm>
          <a:prstGeom prst="rect">
            <a:avLst/>
          </a:prstGeom>
          <a:ln w="0">
            <a:noFill/>
          </a:ln>
        </p:spPr>
      </p:sp>
      <p:sp>
        <p:nvSpPr>
          <p:cNvPr id="55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IN" sz="1800" b="0" u="none" strike="noStrike">
              <a:solidFill>
                <a:srgbClr val="000000"/>
              </a:solidFill>
              <a:effectLst/>
              <a:uFillTx/>
              <a:latin typeface="Arial"/>
            </a:endParaRPr>
          </a:p>
        </p:txBody>
      </p:sp>
      <p:sp>
        <p:nvSpPr>
          <p:cNvPr id="555" name="PlaceHolder 3"/>
          <p:cNvSpPr>
            <a:spLocks noGrp="1"/>
          </p:cNvSpPr>
          <p:nvPr>
            <p:ph type="sldNum" idx="5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5C6FF7E7-996B-44EE-86A0-504596184E2F}"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32" name="PlaceHolder 1"/>
          <p:cNvSpPr>
            <a:spLocks noGrp="1"/>
          </p:cNvSpPr>
          <p:nvPr>
            <p:ph type="title"/>
          </p:nvPr>
        </p:nvSpPr>
        <p:spPr>
          <a:xfrm>
            <a:off x="432000" y="642960"/>
            <a:ext cx="11339280" cy="709200"/>
          </a:xfrm>
          <a:prstGeom prst="rect">
            <a:avLst/>
          </a:prstGeom>
          <a:noFill/>
          <a:ln w="0">
            <a:noFill/>
          </a:ln>
        </p:spPr>
        <p:txBody>
          <a:bodyPr lIns="0" tIns="0" rIns="0" bIns="0" anchor="ctr">
            <a:spAutoFit/>
          </a:bodyPr>
          <a:p>
            <a:pPr indent="0" algn="ctr" defTabSz="457200">
              <a:buNone/>
              <a:tabLst>
                <a:tab pos="0" algn="l"/>
              </a:tabLst>
            </a:pPr>
            <a:endParaRPr lang="en-US" sz="4800" b="1" u="none" strike="noStrike">
              <a:solidFill>
                <a:schemeClr val="dk1"/>
              </a:solidFill>
              <a:effectLst/>
              <a:uFillTx/>
              <a:latin typeface="Trebuchet MS"/>
            </a:endParaRPr>
          </a:p>
        </p:txBody>
      </p:sp>
      <p:sp>
        <p:nvSpPr>
          <p:cNvPr id="33" name="PlaceHolder 2"/>
          <p:cNvSpPr>
            <a:spLocks noGrp="1"/>
          </p:cNvSpPr>
          <p:nvPr>
            <p:ph type="subTitle"/>
          </p:nvPr>
        </p:nvSpPr>
        <p:spPr>
          <a:xfrm>
            <a:off x="5353560" y="2511720"/>
            <a:ext cx="1484280" cy="1367640"/>
          </a:xfrm>
          <a:prstGeom prst="rect">
            <a:avLst/>
          </a:prstGeom>
          <a:noFill/>
          <a:ln w="0">
            <a:noFill/>
          </a:ln>
        </p:spPr>
        <p:txBody>
          <a:bodyPr lIns="0" tIns="0" rIns="0" bIns="0" anchor="ctr">
            <a:spAutoFit/>
          </a:bodyPr>
          <a:p>
            <a:pPr indent="0" algn="ctr">
              <a:buNone/>
            </a:pPr>
            <a:endParaRPr lang="en-IN"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C98928E-A621-4E6C-ADF0-1BFF5B188521}"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ustom Layout">
    <p:bg>
      <p:bgPr>
        <a:solidFill>
          <a:srgbClr val="000000"/>
        </a:solidFill>
      </p:bgPr>
    </p:bg>
    <p:spTree>
      <p:nvGrpSpPr>
        <p:cNvPr id="1" name=""/>
        <p:cNvGrpSpPr/>
        <p:nvPr/>
      </p:nvGrpSpPr>
      <p:grpSpPr>
        <a:xfrm>
          <a:off x="0" y="0"/>
          <a:ext cx="0" cy="0"/>
          <a:chOff x="0" y="0"/>
          <a:chExt cx="0" cy="0"/>
        </a:xfrm>
      </p:grpSpPr>
      <p:grpSp>
        <p:nvGrpSpPr>
          <p:cNvPr id="34" name="Group 43"/>
          <p:cNvGrpSpPr/>
          <p:nvPr/>
        </p:nvGrpSpPr>
        <p:grpSpPr>
          <a:xfrm>
            <a:off x="0" y="-8640"/>
            <a:ext cx="12191400" cy="6867000"/>
            <a:chOff x="0" y="-8640"/>
            <a:chExt cx="12191400" cy="6867000"/>
          </a:xfrm>
        </p:grpSpPr>
        <p:cxnSp>
          <p:nvCxnSpPr>
            <p:cNvPr id="35"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36"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37"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8"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0"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2"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3"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4"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45" name="Date Placeholder 3" hidden="1"/>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DD3F845D-2A5D-4D38-8541-608C45A9D72D}" type="datetime1">
              <a:rPr lang="en-US" sz="1100" b="0" u="none" strike="noStrike">
                <a:solidFill>
                  <a:schemeClr val="accent2"/>
                </a:solidFill>
                <a:effectLst/>
                <a:uFillTx/>
                <a:latin typeface="Trebuchet MS"/>
              </a:rPr>
              <a:t>08/31/2026</a:t>
            </a:fld>
            <a:endParaRPr lang="en-IN" sz="1100" b="0" u="none" strike="noStrike">
              <a:solidFill>
                <a:srgbClr val="FFFFFF"/>
              </a:solidFill>
              <a:effectLst/>
              <a:uFillTx/>
              <a:latin typeface="Arial"/>
            </a:endParaRPr>
          </a:p>
        </p:txBody>
      </p:sp>
      <p:sp>
        <p:nvSpPr>
          <p:cNvPr id="46" name="Footer Placeholder 4" hidden="1"/>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FFFFFF"/>
              </a:solidFill>
              <a:effectLst/>
              <a:uFillTx/>
              <a:latin typeface="Arial"/>
            </a:endParaRPr>
          </a:p>
        </p:txBody>
      </p:sp>
      <p:sp>
        <p:nvSpPr>
          <p:cNvPr id="47" name="Slide Number Placeholder 5" hidden="1"/>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A0BF67D6-C593-458A-9A98-7D3B2DE28750}" type="slidenum">
              <a:rPr lang="en-US" sz="1100" b="0" u="none" strike="noStrike">
                <a:solidFill>
                  <a:schemeClr val="accent4"/>
                </a:solidFill>
                <a:effectLst/>
                <a:uFillTx/>
                <a:latin typeface="Trebuchet MS"/>
              </a:rPr>
              <a:t>1</a:t>
            </a:fld>
            <a:endParaRPr lang="en-IN" sz="1100" b="0" u="none" strike="noStrike">
              <a:solidFill>
                <a:srgbClr val="FFFFFF"/>
              </a:solidFill>
              <a:effectLst/>
              <a:uFillTx/>
              <a:latin typeface="Arial"/>
            </a:endParaRPr>
          </a:p>
        </p:txBody>
      </p:sp>
      <p:sp>
        <p:nvSpPr>
          <p:cNvPr id="48" name="PlaceHolder 1"/>
          <p:cNvSpPr>
            <a:spLocks noGrp="1"/>
          </p:cNvSpPr>
          <p:nvPr>
            <p:ph type="body"/>
          </p:nvPr>
        </p:nvSpPr>
        <p:spPr>
          <a:xfrm>
            <a:off x="0" y="0"/>
            <a:ext cx="12191400" cy="685728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1800" b="0" u="none" strike="noStrike">
                <a:solidFill>
                  <a:schemeClr val="dk1"/>
                </a:solidFill>
                <a:effectLst/>
                <a:uFillTx/>
                <a:latin typeface="Trebuchet MS"/>
              </a:defRPr>
            </a:lvl1pPr>
          </a:lstStyle>
          <a:p>
            <a:pPr indent="0" algn="l"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1" u="none" strike="noStrike">
              <a:solidFill>
                <a:schemeClr val="accent4"/>
              </a:solidFill>
              <a:effectLst/>
              <a:uFillTx/>
              <a:latin typeface="Calibri"/>
            </a:endParaRPr>
          </a:p>
        </p:txBody>
      </p:sp>
      <p:sp>
        <p:nvSpPr>
          <p:cNvPr id="49" name="Rectangle 1" descr="Tall office building looking up"/>
          <p:cNvSpPr/>
          <p:nvPr/>
        </p:nvSpPr>
        <p:spPr>
          <a:xfrm>
            <a:off x="3718440" y="1181160"/>
            <a:ext cx="4754160" cy="4494960"/>
          </a:xfrm>
          <a:prstGeom prst="rect">
            <a:avLst/>
          </a:prstGeom>
          <a:solidFill>
            <a:schemeClr val="accent5">
              <a:alpha val="40000"/>
            </a:schemeClr>
          </a:solidFill>
          <a:ln cap="rnd" w="60325">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50" name="PlaceHolder 2"/>
          <p:cNvSpPr>
            <a:spLocks noGrp="1"/>
          </p:cNvSpPr>
          <p:nvPr>
            <p:ph type="body" hasCustomPrompt="1"/>
          </p:nvPr>
        </p:nvSpPr>
        <p:spPr>
          <a:xfrm>
            <a:off x="4149000" y="4859640"/>
            <a:ext cx="3924360" cy="489960"/>
          </a:xfrm>
          <a:prstGeom prst="rect">
            <a:avLst/>
          </a:prstGeom>
          <a:noFill/>
          <a:ln w="0">
            <a:noFill/>
          </a:ln>
        </p:spPr>
        <p:txBody>
          <a:bodyPr lIns="91440" tIns="45720" rIns="91440" bIns="45720" anchor="t">
            <a:noAutofit/>
          </a:bodyPr>
          <a:lstStyle>
            <a:lvl1pPr marL="343080" indent="-343080" algn="r" defTabSz="457200">
              <a:lnSpc>
                <a:spcPct val="100000"/>
              </a:lnSpc>
              <a:spcBef>
                <a:spcPts val="1001"/>
              </a:spcBef>
              <a:buNone/>
              <a:tabLst>
                <a:tab pos="0" algn="l"/>
              </a:tabLst>
              <a:defRPr lang="en-US" sz="2400" b="1" u="none" strike="noStrike">
                <a:solidFill>
                  <a:schemeClr val="accent4"/>
                </a:solidFill>
                <a:effectLst/>
                <a:uFillTx/>
                <a:latin typeface="Calibri"/>
              </a:defRPr>
            </a:lvl1pPr>
          </a:lstStyle>
          <a:p>
            <a:pPr marL="343080" indent="-343080" algn="r" defTabSz="457200">
              <a:lnSpc>
                <a:spcPct val="100000"/>
              </a:lnSpc>
              <a:spcBef>
                <a:spcPts val="1001"/>
              </a:spcBef>
              <a:buNone/>
              <a:tabLst>
                <a:tab pos="0" algn="l"/>
              </a:tabLst>
            </a:pPr>
            <a:r>
              <a:rPr lang="en-US" sz="2400" b="1" u="none" strike="noStrike">
                <a:solidFill>
                  <a:schemeClr val="accent4"/>
                </a:solidFill>
                <a:effectLst/>
                <a:uFillTx/>
                <a:latin typeface="Calibri"/>
              </a:rPr>
              <a:t>Click to edit text</a:t>
            </a:r>
            <a:endParaRPr lang="en-US" sz="2400" b="1" u="none" strike="noStrike">
              <a:solidFill>
                <a:schemeClr val="accent4"/>
              </a:solidFill>
              <a:effectLst/>
              <a:uFillTx/>
              <a:latin typeface="Calibri"/>
            </a:endParaRPr>
          </a:p>
        </p:txBody>
      </p:sp>
      <p:sp>
        <p:nvSpPr>
          <p:cNvPr id="51" name="PlaceHolder 3"/>
          <p:cNvSpPr>
            <a:spLocks noGrp="1"/>
          </p:cNvSpPr>
          <p:nvPr>
            <p:ph type="title"/>
          </p:nvPr>
        </p:nvSpPr>
        <p:spPr>
          <a:xfrm>
            <a:off x="4149000" y="1529640"/>
            <a:ext cx="3924360" cy="1694880"/>
          </a:xfrm>
          <a:prstGeom prst="rect">
            <a:avLst/>
          </a:prstGeom>
          <a:noFill/>
          <a:ln w="0">
            <a:noFill/>
          </a:ln>
        </p:spPr>
        <p:txBody>
          <a:bodyPr lIns="91440" tIns="45720" rIns="91440" bIns="45720" anchor="t">
            <a:noAutofit/>
          </a:bodyPr>
          <a:lstStyle>
            <a:lvl1pPr indent="0" algn="l" defTabSz="457200">
              <a:lnSpc>
                <a:spcPct val="100000"/>
              </a:lnSpc>
              <a:spcBef>
                <a:spcPts val="1001"/>
              </a:spcBef>
              <a:buNone/>
              <a:tabLst>
                <a:tab pos="0" algn="l"/>
              </a:tabLst>
              <a:defRPr lang="en-US" sz="4800" b="1" u="none" strike="noStrike">
                <a:solidFill>
                  <a:schemeClr val="lt1"/>
                </a:solidFill>
                <a:effectLst/>
                <a:uFillTx/>
                <a:latin typeface="Trebuchet MS"/>
              </a:defRPr>
            </a:lvl1pPr>
          </a:lstStyle>
          <a:p>
            <a:pPr indent="0" algn="l" defTabSz="457200">
              <a:lnSpc>
                <a:spcPct val="100000"/>
              </a:lnSpc>
              <a:spcBef>
                <a:spcPts val="1001"/>
              </a:spcBef>
              <a:buNone/>
              <a:tabLst>
                <a:tab pos="0" algn="l"/>
              </a:tabLst>
            </a:pPr>
            <a:r>
              <a:rPr lang="en-US" sz="4800" b="1" u="none" strike="noStrike">
                <a:solidFill>
                  <a:schemeClr val="lt1"/>
                </a:solidFill>
                <a:effectLst/>
                <a:uFillTx/>
                <a:latin typeface="Trebuchet MS"/>
              </a:rPr>
              <a:t>Click to edit Master title style</a:t>
            </a:r>
            <a:endParaRPr lang="en-US" sz="4800" b="1" u="none" strike="noStrike">
              <a:solidFill>
                <a:schemeClr val="lt1"/>
              </a:solidFill>
              <a:effectLst/>
              <a:uFillTx/>
              <a:latin typeface="Trebuchet M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grpSp>
        <p:nvGrpSpPr>
          <p:cNvPr id="52" name="Group 43"/>
          <p:cNvGrpSpPr/>
          <p:nvPr/>
        </p:nvGrpSpPr>
        <p:grpSpPr>
          <a:xfrm>
            <a:off x="0" y="-8640"/>
            <a:ext cx="12191400" cy="6867000"/>
            <a:chOff x="0" y="-8640"/>
            <a:chExt cx="12191400" cy="6867000"/>
          </a:xfrm>
        </p:grpSpPr>
        <p:cxnSp>
          <p:nvCxnSpPr>
            <p:cNvPr id="53"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54"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5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7"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6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61"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62"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63"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C377AF0C-0A53-468B-806D-963F829B9544}"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64"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65"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066A91E9-E517-4134-9C5F-372358EA9A63}" type="slidenum">
              <a:rPr lang="en-US" sz="1100" b="0" u="none" strike="noStrike">
                <a:solidFill>
                  <a:schemeClr val="accent4"/>
                </a:solidFill>
                <a:effectLst/>
                <a:uFillTx/>
                <a:latin typeface="Trebuchet MS"/>
              </a:rPr>
              <a:t>1</a:t>
            </a:fld>
            <a:endParaRPr lang="en-IN" sz="1100" b="0" u="none" strike="noStrike">
              <a:solidFill>
                <a:srgbClr val="000000"/>
              </a:solidFill>
              <a:effectLst/>
              <a:uFillTx/>
              <a:latin typeface="Arial"/>
            </a:endParaRPr>
          </a:p>
        </p:txBody>
      </p:sp>
      <p:sp>
        <p:nvSpPr>
          <p:cNvPr id="66" name="PlaceHolder 1"/>
          <p:cNvSpPr>
            <a:spLocks noGrp="1"/>
          </p:cNvSpPr>
          <p:nvPr>
            <p:ph type="title"/>
          </p:nvPr>
        </p:nvSpPr>
        <p:spPr>
          <a:xfrm>
            <a:off x="677160" y="2700720"/>
            <a:ext cx="8596080" cy="182592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40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000" b="0" u="none" strike="noStrike">
                <a:solidFill>
                  <a:schemeClr val="accent1"/>
                </a:solidFill>
                <a:effectLst/>
                <a:uFillTx/>
                <a:latin typeface="Trebuchet MS"/>
              </a:rPr>
              <a:t>Click to edit Master title style</a:t>
            </a:r>
            <a:endParaRPr lang="en-US" sz="4000" b="0" u="none" strike="noStrike">
              <a:solidFill>
                <a:schemeClr val="accent1"/>
              </a:solidFill>
              <a:effectLst/>
              <a:uFillTx/>
              <a:latin typeface="Trebuchet MS"/>
            </a:endParaRPr>
          </a:p>
        </p:txBody>
      </p:sp>
      <p:sp>
        <p:nvSpPr>
          <p:cNvPr id="67" name="PlaceHolder 2"/>
          <p:cNvSpPr>
            <a:spLocks noGrp="1"/>
          </p:cNvSpPr>
          <p:nvPr>
            <p:ph type="body"/>
          </p:nvPr>
        </p:nvSpPr>
        <p:spPr>
          <a:xfrm>
            <a:off x="677160" y="4527360"/>
            <a:ext cx="8596080" cy="859680"/>
          </a:xfrm>
          <a:prstGeom prst="rect">
            <a:avLst/>
          </a:prstGeom>
          <a:noFill/>
          <a:ln w="0">
            <a:noFill/>
          </a:ln>
        </p:spPr>
        <p:txBody>
          <a:bodyPr lIns="91440" tIns="45720" rIns="91440" bIns="45720" anchor="t">
            <a:noAutofit/>
          </a:bodyPr>
          <a:lstStyle>
            <a:lvl1pPr indent="0" algn="l" defTabSz="457200">
              <a:lnSpc>
                <a:spcPct val="100000"/>
              </a:lnSpc>
              <a:spcBef>
                <a:spcPts val="1001"/>
              </a:spcBef>
              <a:buNone/>
              <a:tabLst>
                <a:tab pos="0" algn="l"/>
              </a:tabLst>
              <a:defRPr lang="en-US" sz="20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chemeClr val="dk1">
                  <a:lumMod val="50000"/>
                  <a:lumOff val="50000"/>
                </a:schemeClr>
              </a:solidFill>
              <a:effectLst/>
              <a:uFillTx/>
              <a:latin typeface="Trebuchet MS"/>
            </a:endParaRPr>
          </a:p>
        </p:txBody>
      </p:sp>
      <p:sp>
        <p:nvSpPr>
          <p:cNvPr id="68" name="PlaceHolder 3"/>
          <p:cNvSpPr>
            <a:spLocks noGrp="1"/>
          </p:cNvSpPr>
          <p:nvPr>
            <p:ph type="dt" idx="4"/>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 </a:t>
            </a:r>
            <a:endParaRPr lang="en-IN" sz="900" b="0" u="none" strike="noStrike">
              <a:solidFill>
                <a:srgbClr val="000000"/>
              </a:solidFill>
              <a:effectLst/>
              <a:uFillTx/>
              <a:latin typeface="Times New Roman"/>
            </a:endParaRPr>
          </a:p>
        </p:txBody>
      </p:sp>
      <p:sp>
        <p:nvSpPr>
          <p:cNvPr id="69" name="PlaceHolder 4"/>
          <p:cNvSpPr>
            <a:spLocks noGrp="1"/>
          </p:cNvSpPr>
          <p:nvPr>
            <p:ph type="ftr" idx="5"/>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70" name="PlaceHolder 5"/>
          <p:cNvSpPr>
            <a:spLocks noGrp="1"/>
          </p:cNvSpPr>
          <p:nvPr>
            <p:ph type="sldNum" idx="6"/>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DE7598C0-6319-40A6-B101-C78684588734}" type="slidenum">
              <a:rPr lang="en-US" sz="900" b="0" u="none" strike="noStrike">
                <a:solidFill>
                  <a:schemeClr val="accent1"/>
                </a:solidFill>
                <a:effectLst/>
                <a:uFillTx/>
                <a:latin typeface="Trebuchet MS"/>
              </a:rPr>
              <a:t>1</a:t>
            </a:fld>
            <a:endParaRPr lang="en-IN" sz="9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grpSp>
        <p:nvGrpSpPr>
          <p:cNvPr id="71" name="Group 43"/>
          <p:cNvGrpSpPr/>
          <p:nvPr/>
        </p:nvGrpSpPr>
        <p:grpSpPr>
          <a:xfrm>
            <a:off x="0" y="-8640"/>
            <a:ext cx="12191400" cy="6867000"/>
            <a:chOff x="0" y="-8640"/>
            <a:chExt cx="12191400" cy="6867000"/>
          </a:xfrm>
        </p:grpSpPr>
        <p:cxnSp>
          <p:nvCxnSpPr>
            <p:cNvPr id="72"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73"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74"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5"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6"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7"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8"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79"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80"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1"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82"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0E7A3511-0C33-4F88-92CC-651789D10515}"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83"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84"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66D83C51-2001-4B6D-BE68-685A4A283FC5}" type="slidenum">
              <a:rPr lang="en-US" sz="1100" b="0" u="none" strike="noStrike">
                <a:solidFill>
                  <a:schemeClr val="accent4"/>
                </a:solidFill>
                <a:effectLst/>
                <a:uFillTx/>
                <a:latin typeface="Trebuchet MS"/>
              </a:rPr>
              <a:t>1</a:t>
            </a:fld>
            <a:endParaRPr lang="en-IN" sz="1100" b="0" u="none" strike="noStrike">
              <a:solidFill>
                <a:srgbClr val="000000"/>
              </a:solidFill>
              <a:effectLst/>
              <a:uFillTx/>
              <a:latin typeface="Arial"/>
            </a:endParaRPr>
          </a:p>
        </p:txBody>
      </p:sp>
      <p:sp>
        <p:nvSpPr>
          <p:cNvPr id="85" name="PlaceHolder 1"/>
          <p:cNvSpPr>
            <a:spLocks noGrp="1"/>
          </p:cNvSpPr>
          <p:nvPr>
            <p:ph type="title"/>
          </p:nvPr>
        </p:nvSpPr>
        <p:spPr>
          <a:xfrm>
            <a:off x="677160" y="609480"/>
            <a:ext cx="8596080" cy="13201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86" name="PlaceHolder 2"/>
          <p:cNvSpPr>
            <a:spLocks noGrp="1"/>
          </p:cNvSpPr>
          <p:nvPr>
            <p:ph type="body"/>
          </p:nvPr>
        </p:nvSpPr>
        <p:spPr>
          <a:xfrm>
            <a:off x="677160" y="2160720"/>
            <a:ext cx="4183200" cy="388008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87" name="PlaceHolder 3"/>
          <p:cNvSpPr>
            <a:spLocks noGrp="1"/>
          </p:cNvSpPr>
          <p:nvPr>
            <p:ph type="body"/>
          </p:nvPr>
        </p:nvSpPr>
        <p:spPr>
          <a:xfrm>
            <a:off x="5090040" y="2160720"/>
            <a:ext cx="4183200" cy="388008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88" name="PlaceHolder 4"/>
          <p:cNvSpPr>
            <a:spLocks noGrp="1"/>
          </p:cNvSpPr>
          <p:nvPr>
            <p:ph type="dt" idx="7"/>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 </a:t>
            </a:r>
            <a:endParaRPr lang="en-IN" sz="900" b="0" u="none" strike="noStrike">
              <a:solidFill>
                <a:srgbClr val="000000"/>
              </a:solidFill>
              <a:effectLst/>
              <a:uFillTx/>
              <a:latin typeface="Times New Roman"/>
            </a:endParaRPr>
          </a:p>
        </p:txBody>
      </p:sp>
      <p:sp>
        <p:nvSpPr>
          <p:cNvPr id="89" name="PlaceHolder 5"/>
          <p:cNvSpPr>
            <a:spLocks noGrp="1"/>
          </p:cNvSpPr>
          <p:nvPr>
            <p:ph type="ftr" idx="8"/>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90" name="PlaceHolder 6"/>
          <p:cNvSpPr>
            <a:spLocks noGrp="1"/>
          </p:cNvSpPr>
          <p:nvPr>
            <p:ph type="sldNum" idx="9"/>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8153F673-143C-48F4-AC39-B8D92394B101}" type="slidenum">
              <a:rPr lang="en-US" sz="900" b="0" u="none" strike="noStrike">
                <a:solidFill>
                  <a:schemeClr val="accent1"/>
                </a:solidFill>
                <a:effectLst/>
                <a:uFillTx/>
                <a:latin typeface="Trebuchet MS"/>
              </a:rPr>
              <a:t>1</a:t>
            </a:fld>
            <a:endParaRPr lang="en-IN" sz="9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grpSp>
        <p:nvGrpSpPr>
          <p:cNvPr id="91" name="Group 43"/>
          <p:cNvGrpSpPr/>
          <p:nvPr/>
        </p:nvGrpSpPr>
        <p:grpSpPr>
          <a:xfrm>
            <a:off x="0" y="-8640"/>
            <a:ext cx="12191400" cy="6867000"/>
            <a:chOff x="0" y="-8640"/>
            <a:chExt cx="12191400" cy="6867000"/>
          </a:xfrm>
        </p:grpSpPr>
        <p:cxnSp>
          <p:nvCxnSpPr>
            <p:cNvPr id="92"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93"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94"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5"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6"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7"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8"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99"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00"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1"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102"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EFE2761D-702C-45E2-B448-8EEB168D7977}"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103"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04"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88AF3896-C138-4AEC-A20B-27D9A99962E8}" type="slidenum">
              <a:rPr lang="en-US" sz="1100" b="0" u="none" strike="noStrike">
                <a:solidFill>
                  <a:schemeClr val="accent4"/>
                </a:solidFill>
                <a:effectLst/>
                <a:uFillTx/>
                <a:latin typeface="Trebuchet MS"/>
              </a:rPr>
              <a:t>1</a:t>
            </a:fld>
            <a:endParaRPr lang="en-IN" sz="1100" b="0" u="none" strike="noStrike">
              <a:solidFill>
                <a:srgbClr val="000000"/>
              </a:solidFill>
              <a:effectLst/>
              <a:uFillTx/>
              <a:latin typeface="Arial"/>
            </a:endParaRPr>
          </a:p>
        </p:txBody>
      </p:sp>
      <p:sp>
        <p:nvSpPr>
          <p:cNvPr id="105" name="PlaceHolder 1"/>
          <p:cNvSpPr>
            <a:spLocks noGrp="1"/>
          </p:cNvSpPr>
          <p:nvPr>
            <p:ph type="title"/>
          </p:nvPr>
        </p:nvSpPr>
        <p:spPr>
          <a:xfrm>
            <a:off x="677160" y="609480"/>
            <a:ext cx="8596080" cy="13201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106" name="PlaceHolder 2"/>
          <p:cNvSpPr>
            <a:spLocks noGrp="1"/>
          </p:cNvSpPr>
          <p:nvPr>
            <p:ph type="body"/>
          </p:nvPr>
        </p:nvSpPr>
        <p:spPr>
          <a:xfrm>
            <a:off x="675720" y="2161080"/>
            <a:ext cx="4185000" cy="57564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chemeClr val="dk1">
                  <a:lumMod val="75000"/>
                  <a:lumOff val="25000"/>
                </a:schemeClr>
              </a:solidFill>
              <a:effectLst/>
              <a:uFillTx/>
              <a:latin typeface="Trebuchet MS"/>
            </a:endParaRPr>
          </a:p>
        </p:txBody>
      </p:sp>
      <p:sp>
        <p:nvSpPr>
          <p:cNvPr id="107" name="PlaceHolder 3"/>
          <p:cNvSpPr>
            <a:spLocks noGrp="1"/>
          </p:cNvSpPr>
          <p:nvPr>
            <p:ph type="body"/>
          </p:nvPr>
        </p:nvSpPr>
        <p:spPr>
          <a:xfrm>
            <a:off x="675720" y="2737080"/>
            <a:ext cx="4185000" cy="330336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5FCBEF"/>
              </a:buClr>
              <a:buSzPct val="80000"/>
              <a:buFont typeface="Wingdings 3" charset="2"/>
              <a:buChar char=""/>
              <a:tabLst>
                <a:tab pos="0" algn="l"/>
              </a:tabLst>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tabLst>
                <a:tab pos="0" algn="l"/>
              </a:tabLst>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tabLst>
                <a:tab pos="0" algn="l"/>
              </a:tabLst>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tabLst>
                <a:tab pos="0" algn="l"/>
              </a:tabLst>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tabLst>
                <a:tab pos="0" algn="l"/>
              </a:tabLst>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108" name="PlaceHolder 4"/>
          <p:cNvSpPr>
            <a:spLocks noGrp="1"/>
          </p:cNvSpPr>
          <p:nvPr>
            <p:ph type="body"/>
          </p:nvPr>
        </p:nvSpPr>
        <p:spPr>
          <a:xfrm>
            <a:off x="5088240" y="2161080"/>
            <a:ext cx="4185000" cy="57564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chemeClr val="dk1">
                  <a:lumMod val="75000"/>
                  <a:lumOff val="25000"/>
                </a:schemeClr>
              </a:solidFill>
              <a:effectLst/>
              <a:uFillTx/>
              <a:latin typeface="Trebuchet MS"/>
            </a:endParaRPr>
          </a:p>
        </p:txBody>
      </p:sp>
      <p:sp>
        <p:nvSpPr>
          <p:cNvPr id="109" name="PlaceHolder 5"/>
          <p:cNvSpPr>
            <a:spLocks noGrp="1"/>
          </p:cNvSpPr>
          <p:nvPr>
            <p:ph type="body"/>
          </p:nvPr>
        </p:nvSpPr>
        <p:spPr>
          <a:xfrm>
            <a:off x="5088240" y="2737080"/>
            <a:ext cx="4185000" cy="330336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5FCBEF"/>
              </a:buClr>
              <a:buSzPct val="80000"/>
              <a:buFont typeface="Wingdings 3" charset="2"/>
              <a:buChar char=""/>
              <a:tabLst>
                <a:tab pos="0" algn="l"/>
              </a:tabLst>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tabLst>
                <a:tab pos="0" algn="l"/>
              </a:tabLst>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tabLst>
                <a:tab pos="0" algn="l"/>
              </a:tabLst>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tabLst>
                <a:tab pos="0" algn="l"/>
              </a:tabLst>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tabLst>
                <a:tab pos="0" algn="l"/>
              </a:tabLst>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110" name="PlaceHolder 6"/>
          <p:cNvSpPr>
            <a:spLocks noGrp="1"/>
          </p:cNvSpPr>
          <p:nvPr>
            <p:ph type="dt" idx="10"/>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111" name="PlaceHolder 7"/>
          <p:cNvSpPr>
            <a:spLocks noGrp="1"/>
          </p:cNvSpPr>
          <p:nvPr>
            <p:ph type="ftr" idx="11"/>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12" name="PlaceHolder 8"/>
          <p:cNvSpPr>
            <a:spLocks noGrp="1"/>
          </p:cNvSpPr>
          <p:nvPr>
            <p:ph type="sldNum" idx="12"/>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4AFD55D6-78C4-4B30-9093-75E6684C09AC}"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grpSp>
        <p:nvGrpSpPr>
          <p:cNvPr id="113" name="Group 43"/>
          <p:cNvGrpSpPr/>
          <p:nvPr/>
        </p:nvGrpSpPr>
        <p:grpSpPr>
          <a:xfrm>
            <a:off x="0" y="-8640"/>
            <a:ext cx="12191400" cy="6867000"/>
            <a:chOff x="0" y="-8640"/>
            <a:chExt cx="12191400" cy="6867000"/>
          </a:xfrm>
        </p:grpSpPr>
        <p:cxnSp>
          <p:nvCxnSpPr>
            <p:cNvPr id="114"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115"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116"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7"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8"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9"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0"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21"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22"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3"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124"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7AFE8AAB-6DF8-4F89-85E4-83208DDF6890}"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125"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26"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4D403109-678D-42C2-86B0-08F6FC756509}"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127" name="PlaceHolder 1"/>
          <p:cNvSpPr>
            <a:spLocks noGrp="1"/>
          </p:cNvSpPr>
          <p:nvPr>
            <p:ph type="title"/>
          </p:nvPr>
        </p:nvSpPr>
        <p:spPr>
          <a:xfrm>
            <a:off x="677160" y="609480"/>
            <a:ext cx="8596080" cy="13201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128" name="PlaceHolder 2"/>
          <p:cNvSpPr>
            <a:spLocks noGrp="1"/>
          </p:cNvSpPr>
          <p:nvPr>
            <p:ph type="dt" idx="13"/>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129" name="PlaceHolder 3"/>
          <p:cNvSpPr>
            <a:spLocks noGrp="1"/>
          </p:cNvSpPr>
          <p:nvPr>
            <p:ph type="ftr" idx="14"/>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30" name="PlaceHolder 4"/>
          <p:cNvSpPr>
            <a:spLocks noGrp="1"/>
          </p:cNvSpPr>
          <p:nvPr>
            <p:ph type="sldNum" idx="15"/>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F37A7610-0588-4141-9D21-AF9093AADE1E}"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grpSp>
        <p:nvGrpSpPr>
          <p:cNvPr id="131" name="Group 43"/>
          <p:cNvGrpSpPr/>
          <p:nvPr/>
        </p:nvGrpSpPr>
        <p:grpSpPr>
          <a:xfrm>
            <a:off x="0" y="-8640"/>
            <a:ext cx="12191400" cy="6867000"/>
            <a:chOff x="0" y="-8640"/>
            <a:chExt cx="12191400" cy="6867000"/>
          </a:xfrm>
        </p:grpSpPr>
        <p:cxnSp>
          <p:nvCxnSpPr>
            <p:cNvPr id="132"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133"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134"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5"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6"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7"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8"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39"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40"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41"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142"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E481D17C-8730-4672-8A6D-662F106B9CF7}"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143"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44"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51B197DD-9ECC-4CCD-93CC-93CB8CBB9804}"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145" name="PlaceHolder 1"/>
          <p:cNvSpPr>
            <a:spLocks noGrp="1"/>
          </p:cNvSpPr>
          <p:nvPr>
            <p:ph type="dt" idx="16"/>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146" name="PlaceHolder 2"/>
          <p:cNvSpPr>
            <a:spLocks noGrp="1"/>
          </p:cNvSpPr>
          <p:nvPr>
            <p:ph type="ftr" idx="17"/>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47" name="PlaceHolder 3"/>
          <p:cNvSpPr>
            <a:spLocks noGrp="1"/>
          </p:cNvSpPr>
          <p:nvPr>
            <p:ph type="sldNum" idx="18"/>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F6EEDF0E-C0A6-49B8-AA53-D34F63560001}"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grpSp>
        <p:nvGrpSpPr>
          <p:cNvPr id="148" name="Group 43"/>
          <p:cNvGrpSpPr/>
          <p:nvPr/>
        </p:nvGrpSpPr>
        <p:grpSpPr>
          <a:xfrm>
            <a:off x="0" y="-8640"/>
            <a:ext cx="12191400" cy="6867000"/>
            <a:chOff x="0" y="-8640"/>
            <a:chExt cx="12191400" cy="6867000"/>
          </a:xfrm>
        </p:grpSpPr>
        <p:cxnSp>
          <p:nvCxnSpPr>
            <p:cNvPr id="149"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150"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151"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2"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3"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4"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5"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56"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57"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8"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159"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47443C89-A130-4E26-B784-C086B2A33BF9}"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160"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61"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BE20A47A-8F5C-42DC-B8FA-E7EB78C13115}"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162" name="PlaceHolder 1"/>
          <p:cNvSpPr>
            <a:spLocks noGrp="1"/>
          </p:cNvSpPr>
          <p:nvPr>
            <p:ph type="title"/>
          </p:nvPr>
        </p:nvSpPr>
        <p:spPr>
          <a:xfrm>
            <a:off x="677160" y="1498680"/>
            <a:ext cx="3853800" cy="127764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2000" b="0" u="none" strike="noStrike">
                <a:solidFill>
                  <a:schemeClr val="accent1"/>
                </a:solidFill>
                <a:effectLst/>
                <a:uFillTx/>
                <a:latin typeface="Trebuchet MS"/>
              </a:defRPr>
            </a:lvl1pPr>
          </a:lstStyle>
          <a:p>
            <a:pPr indent="0" algn="l" defTabSz="457200">
              <a:lnSpc>
                <a:spcPct val="100000"/>
              </a:lnSpc>
              <a:buNone/>
              <a:tabLst>
                <a:tab pos="0" algn="l"/>
              </a:tabLst>
            </a:pPr>
            <a:r>
              <a:rPr lang="en-US" sz="2000" b="0" u="none" strike="noStrike">
                <a:solidFill>
                  <a:schemeClr val="accent1"/>
                </a:solidFill>
                <a:effectLst/>
                <a:uFillTx/>
                <a:latin typeface="Trebuchet MS"/>
              </a:rPr>
              <a:t>Click to edit Master title style</a:t>
            </a:r>
            <a:endParaRPr lang="en-US" sz="2000" b="0" u="none" strike="noStrike">
              <a:solidFill>
                <a:schemeClr val="accent1"/>
              </a:solidFill>
              <a:effectLst/>
              <a:uFillTx/>
              <a:latin typeface="Trebuchet MS"/>
            </a:endParaRPr>
          </a:p>
        </p:txBody>
      </p:sp>
      <p:sp>
        <p:nvSpPr>
          <p:cNvPr id="163" name="PlaceHolder 2"/>
          <p:cNvSpPr>
            <a:spLocks noGrp="1"/>
          </p:cNvSpPr>
          <p:nvPr>
            <p:ph type="body"/>
          </p:nvPr>
        </p:nvSpPr>
        <p:spPr>
          <a:xfrm>
            <a:off x="4760640" y="514800"/>
            <a:ext cx="4512960" cy="552564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164" name="PlaceHolder 3"/>
          <p:cNvSpPr>
            <a:spLocks noGrp="1"/>
          </p:cNvSpPr>
          <p:nvPr>
            <p:ph type="body"/>
          </p:nvPr>
        </p:nvSpPr>
        <p:spPr>
          <a:xfrm>
            <a:off x="677160" y="2777040"/>
            <a:ext cx="3853800" cy="258372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chemeClr val="dk1">
                  <a:lumMod val="75000"/>
                  <a:lumOff val="25000"/>
                </a:schemeClr>
              </a:solidFill>
              <a:effectLst/>
              <a:uFillTx/>
              <a:latin typeface="Trebuchet MS"/>
            </a:endParaRPr>
          </a:p>
        </p:txBody>
      </p:sp>
      <p:sp>
        <p:nvSpPr>
          <p:cNvPr id="165" name="PlaceHolder 4"/>
          <p:cNvSpPr>
            <a:spLocks noGrp="1"/>
          </p:cNvSpPr>
          <p:nvPr>
            <p:ph type="dt" idx="19"/>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166" name="PlaceHolder 5"/>
          <p:cNvSpPr>
            <a:spLocks noGrp="1"/>
          </p:cNvSpPr>
          <p:nvPr>
            <p:ph type="ftr" idx="20"/>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67" name="PlaceHolder 6"/>
          <p:cNvSpPr>
            <a:spLocks noGrp="1"/>
          </p:cNvSpPr>
          <p:nvPr>
            <p:ph type="sldNum" idx="21"/>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0D83DD46-0967-4F3C-9211-804E704D74EE}"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grpSp>
        <p:nvGrpSpPr>
          <p:cNvPr id="168" name="Group 43"/>
          <p:cNvGrpSpPr/>
          <p:nvPr/>
        </p:nvGrpSpPr>
        <p:grpSpPr>
          <a:xfrm>
            <a:off x="0" y="-8640"/>
            <a:ext cx="12191400" cy="6867000"/>
            <a:chOff x="0" y="-8640"/>
            <a:chExt cx="12191400" cy="6867000"/>
          </a:xfrm>
        </p:grpSpPr>
        <p:cxnSp>
          <p:nvCxnSpPr>
            <p:cNvPr id="169"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170"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171"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2"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3"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4"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5"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76"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77"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8"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179"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3C10186A-BA7C-47F9-AB2C-35832D20571E}"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180"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81"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EBC3DE91-E8ED-42BE-B1F1-86F81F6013C1}"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182" name="PlaceHolder 1"/>
          <p:cNvSpPr>
            <a:spLocks noGrp="1"/>
          </p:cNvSpPr>
          <p:nvPr>
            <p:ph type="title"/>
          </p:nvPr>
        </p:nvSpPr>
        <p:spPr>
          <a:xfrm>
            <a:off x="677160" y="4800600"/>
            <a:ext cx="8596080" cy="56592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2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2400" b="0" u="none" strike="noStrike">
                <a:solidFill>
                  <a:schemeClr val="accent1"/>
                </a:solidFill>
                <a:effectLst/>
                <a:uFillTx/>
                <a:latin typeface="Trebuchet MS"/>
              </a:rPr>
              <a:t>Click to edit Master title style</a:t>
            </a:r>
            <a:endParaRPr lang="en-US" sz="2400" b="0" u="none" strike="noStrike">
              <a:solidFill>
                <a:schemeClr val="accent1"/>
              </a:solidFill>
              <a:effectLst/>
              <a:uFillTx/>
              <a:latin typeface="Trebuchet MS"/>
            </a:endParaRPr>
          </a:p>
        </p:txBody>
      </p:sp>
      <p:sp>
        <p:nvSpPr>
          <p:cNvPr id="183" name="PlaceHolder 2"/>
          <p:cNvSpPr>
            <a:spLocks noGrp="1"/>
          </p:cNvSpPr>
          <p:nvPr>
            <p:ph type="body"/>
          </p:nvPr>
        </p:nvSpPr>
        <p:spPr>
          <a:xfrm>
            <a:off x="677160" y="609480"/>
            <a:ext cx="8596080" cy="3845160"/>
          </a:xfrm>
          <a:prstGeom prst="rect">
            <a:avLst/>
          </a:prstGeom>
          <a:noFill/>
          <a:ln w="0">
            <a:noFill/>
          </a:ln>
        </p:spPr>
        <p:txBody>
          <a:bodyPr lIns="90000" tIns="45000" rIns="90000" bIns="45000" anchor="t">
            <a:normAutofit/>
          </a:bodyPr>
          <a:lstStyle>
            <a:lvl1pPr indent="0" algn="ctr" defTabSz="457200">
              <a:lnSpc>
                <a:spcPct val="100000"/>
              </a:lnSpc>
              <a:buNone/>
              <a:tabLst>
                <a:tab pos="0" algn="l"/>
              </a:tabLst>
              <a:defRPr lang="en-US" sz="1600" b="0" u="none" strike="noStrike">
                <a:solidFill>
                  <a:schemeClr val="dk1"/>
                </a:solidFill>
                <a:effectLst/>
                <a:uFillTx/>
                <a:latin typeface="Trebuchet MS"/>
              </a:defRPr>
            </a:lvl1pPr>
          </a:lstStyle>
          <a:p>
            <a:pPr indent="0" algn="ctr" defTabSz="457200">
              <a:lnSpc>
                <a:spcPct val="100000"/>
              </a:lnSpc>
              <a:buNone/>
              <a:tabLst>
                <a:tab pos="0" algn="l"/>
              </a:tabLst>
            </a:pPr>
            <a:r>
              <a:rPr lang="en-US" sz="1600" b="0" u="none" strike="noStrike">
                <a:solidFill>
                  <a:schemeClr val="dk1"/>
                </a:solidFill>
                <a:effectLst/>
                <a:uFillTx/>
                <a:latin typeface="Trebuchet MS"/>
              </a:rPr>
              <a:t>Click icon to add picture</a:t>
            </a:r>
            <a:endParaRPr lang="en-US" sz="1600" b="0" u="none" strike="noStrike">
              <a:solidFill>
                <a:schemeClr val="dk1">
                  <a:lumMod val="75000"/>
                  <a:lumOff val="25000"/>
                </a:schemeClr>
              </a:solidFill>
              <a:effectLst/>
              <a:uFillTx/>
              <a:latin typeface="Trebuchet MS"/>
            </a:endParaRPr>
          </a:p>
        </p:txBody>
      </p:sp>
      <p:sp>
        <p:nvSpPr>
          <p:cNvPr id="184" name="PlaceHolder 3"/>
          <p:cNvSpPr>
            <a:spLocks noGrp="1"/>
          </p:cNvSpPr>
          <p:nvPr>
            <p:ph type="body"/>
          </p:nvPr>
        </p:nvSpPr>
        <p:spPr>
          <a:xfrm>
            <a:off x="677160" y="5367240"/>
            <a:ext cx="8596080" cy="67320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2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chemeClr val="dk1">
                  <a:lumMod val="75000"/>
                  <a:lumOff val="25000"/>
                </a:schemeClr>
              </a:solidFill>
              <a:effectLst/>
              <a:uFillTx/>
              <a:latin typeface="Trebuchet MS"/>
            </a:endParaRPr>
          </a:p>
        </p:txBody>
      </p:sp>
      <p:sp>
        <p:nvSpPr>
          <p:cNvPr id="185" name="PlaceHolder 4"/>
          <p:cNvSpPr>
            <a:spLocks noGrp="1"/>
          </p:cNvSpPr>
          <p:nvPr>
            <p:ph type="ftr" idx="22"/>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86" name="PlaceHolder 5"/>
          <p:cNvSpPr>
            <a:spLocks noGrp="1"/>
          </p:cNvSpPr>
          <p:nvPr>
            <p:ph type="sldNum" idx="23"/>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5B440376-24F0-4364-9296-412771F46A9D}"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
        <p:nvSpPr>
          <p:cNvPr id="187" name="PlaceHolder 6"/>
          <p:cNvSpPr>
            <a:spLocks noGrp="1"/>
          </p:cNvSpPr>
          <p:nvPr>
            <p:ph type="dt" idx="24"/>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solidFill>
          <a:srgbClr val="FFFFFF"/>
        </a:solidFill>
      </p:bgPr>
    </p:bg>
    <p:spTree>
      <p:nvGrpSpPr>
        <p:cNvPr id="1" name=""/>
        <p:cNvGrpSpPr/>
        <p:nvPr/>
      </p:nvGrpSpPr>
      <p:grpSpPr>
        <a:xfrm>
          <a:off x="0" y="0"/>
          <a:ext cx="0" cy="0"/>
          <a:chOff x="0" y="0"/>
          <a:chExt cx="0" cy="0"/>
        </a:xfrm>
      </p:grpSpPr>
      <p:grpSp>
        <p:nvGrpSpPr>
          <p:cNvPr id="188" name="Group 43"/>
          <p:cNvGrpSpPr/>
          <p:nvPr/>
        </p:nvGrpSpPr>
        <p:grpSpPr>
          <a:xfrm>
            <a:off x="0" y="-8640"/>
            <a:ext cx="12191400" cy="6867000"/>
            <a:chOff x="0" y="-8640"/>
            <a:chExt cx="12191400" cy="6867000"/>
          </a:xfrm>
        </p:grpSpPr>
        <p:cxnSp>
          <p:nvCxnSpPr>
            <p:cNvPr id="189"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190"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191"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2"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3"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4"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5"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96"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97"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8"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199"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6980B094-C4B9-4E61-B271-5E9DF37C2ECA}"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200"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01"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02BE9C6A-696F-4CA1-BB5D-38687D910E19}"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202" name="PlaceHolder 1"/>
          <p:cNvSpPr>
            <a:spLocks noGrp="1"/>
          </p:cNvSpPr>
          <p:nvPr>
            <p:ph type="title"/>
          </p:nvPr>
        </p:nvSpPr>
        <p:spPr>
          <a:xfrm>
            <a:off x="677160" y="609480"/>
            <a:ext cx="8596080" cy="340272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203" name="PlaceHolder 2"/>
          <p:cNvSpPr>
            <a:spLocks noGrp="1"/>
          </p:cNvSpPr>
          <p:nvPr>
            <p:ph type="body"/>
          </p:nvPr>
        </p:nvSpPr>
        <p:spPr>
          <a:xfrm>
            <a:off x="677160" y="4470480"/>
            <a:ext cx="8596080" cy="1570320"/>
          </a:xfrm>
          <a:prstGeom prst="rect">
            <a:avLst/>
          </a:prstGeom>
          <a:noFill/>
          <a:ln w="0">
            <a:noFill/>
          </a:ln>
        </p:spPr>
        <p:txBody>
          <a:bodyPr lIns="91440" tIns="45720" rIns="91440" bIns="45720" anchor="ctr">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p:txBody>
      </p:sp>
      <p:sp>
        <p:nvSpPr>
          <p:cNvPr id="204" name="PlaceHolder 3"/>
          <p:cNvSpPr>
            <a:spLocks noGrp="1"/>
          </p:cNvSpPr>
          <p:nvPr>
            <p:ph type="dt" idx="25"/>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05" name="PlaceHolder 4"/>
          <p:cNvSpPr>
            <a:spLocks noGrp="1"/>
          </p:cNvSpPr>
          <p:nvPr>
            <p:ph type="ftr" idx="26"/>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06" name="PlaceHolder 5"/>
          <p:cNvSpPr>
            <a:spLocks noGrp="1"/>
          </p:cNvSpPr>
          <p:nvPr>
            <p:ph type="sldNum" idx="27"/>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5C465E74-E427-4728-9C39-E2F5F527F23D}"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solidFill>
          <a:srgbClr val="FFFFFF"/>
        </a:solidFill>
      </p:bgPr>
    </p:bg>
    <p:spTree>
      <p:nvGrpSpPr>
        <p:cNvPr id="1" name=""/>
        <p:cNvGrpSpPr/>
        <p:nvPr/>
      </p:nvGrpSpPr>
      <p:grpSpPr>
        <a:xfrm>
          <a:off x="0" y="0"/>
          <a:ext cx="0" cy="0"/>
          <a:chOff x="0" y="0"/>
          <a:chExt cx="0" cy="0"/>
        </a:xfrm>
      </p:grpSpPr>
      <p:grpSp>
        <p:nvGrpSpPr>
          <p:cNvPr id="207" name="Group 43"/>
          <p:cNvGrpSpPr/>
          <p:nvPr/>
        </p:nvGrpSpPr>
        <p:grpSpPr>
          <a:xfrm>
            <a:off x="0" y="-8640"/>
            <a:ext cx="12191400" cy="6867000"/>
            <a:chOff x="0" y="-8640"/>
            <a:chExt cx="12191400" cy="6867000"/>
          </a:xfrm>
        </p:grpSpPr>
        <p:cxnSp>
          <p:nvCxnSpPr>
            <p:cNvPr id="208"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209"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21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2"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6"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7"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218"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3E480B2F-2DA0-4E73-BD8A-6D1187375993}"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219"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20"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C824D8E3-A566-41E2-816E-830CBA209011}"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221" name="PlaceHolder 1"/>
          <p:cNvSpPr>
            <a:spLocks noGrp="1"/>
          </p:cNvSpPr>
          <p:nvPr>
            <p:ph type="title"/>
          </p:nvPr>
        </p:nvSpPr>
        <p:spPr>
          <a:xfrm>
            <a:off x="931320" y="609480"/>
            <a:ext cx="8093520" cy="302184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222" name="PlaceHolder 2"/>
          <p:cNvSpPr>
            <a:spLocks noGrp="1"/>
          </p:cNvSpPr>
          <p:nvPr>
            <p:ph type="body"/>
          </p:nvPr>
        </p:nvSpPr>
        <p:spPr>
          <a:xfrm>
            <a:off x="1366200" y="3632040"/>
            <a:ext cx="7223760" cy="380160"/>
          </a:xfrm>
          <a:prstGeom prst="rect">
            <a:avLst/>
          </a:prstGeom>
          <a:noFill/>
          <a:ln w="0">
            <a:noFill/>
          </a:ln>
        </p:spPr>
        <p:txBody>
          <a:bodyPr lIns="91440" tIns="45720" rIns="91440" bIns="45720" anchor="ctr">
            <a:noAutofit/>
          </a:bodyPr>
          <a:lstStyle>
            <a:lvl1pPr indent="0" algn="l" defTabSz="457200">
              <a:lnSpc>
                <a:spcPct val="100000"/>
              </a:lnSpc>
              <a:spcBef>
                <a:spcPts val="1001"/>
              </a:spcBef>
              <a:buNone/>
              <a:tabLst>
                <a:tab pos="0" algn="l"/>
              </a:tabLst>
              <a:defRPr lang="en-US" sz="16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chemeClr val="dk1">
                  <a:lumMod val="75000"/>
                  <a:lumOff val="25000"/>
                </a:schemeClr>
              </a:solidFill>
              <a:effectLst/>
              <a:uFillTx/>
              <a:latin typeface="Trebuchet MS"/>
            </a:endParaRPr>
          </a:p>
        </p:txBody>
      </p:sp>
      <p:sp>
        <p:nvSpPr>
          <p:cNvPr id="223" name="PlaceHolder 3"/>
          <p:cNvSpPr>
            <a:spLocks noGrp="1"/>
          </p:cNvSpPr>
          <p:nvPr>
            <p:ph type="body"/>
          </p:nvPr>
        </p:nvSpPr>
        <p:spPr>
          <a:xfrm>
            <a:off x="677160" y="4470480"/>
            <a:ext cx="8596080" cy="1570320"/>
          </a:xfrm>
          <a:prstGeom prst="rect">
            <a:avLst/>
          </a:prstGeom>
          <a:noFill/>
          <a:ln w="0">
            <a:noFill/>
          </a:ln>
        </p:spPr>
        <p:txBody>
          <a:bodyPr lIns="91440" tIns="45720" rIns="91440" bIns="45720" anchor="ctr">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p:txBody>
      </p:sp>
      <p:sp>
        <p:nvSpPr>
          <p:cNvPr id="224" name="PlaceHolder 4"/>
          <p:cNvSpPr>
            <a:spLocks noGrp="1"/>
          </p:cNvSpPr>
          <p:nvPr>
            <p:ph type="dt" idx="28"/>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25" name="PlaceHolder 5"/>
          <p:cNvSpPr>
            <a:spLocks noGrp="1"/>
          </p:cNvSpPr>
          <p:nvPr>
            <p:ph type="ftr" idx="29"/>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26" name="PlaceHolder 6"/>
          <p:cNvSpPr>
            <a:spLocks noGrp="1"/>
          </p:cNvSpPr>
          <p:nvPr>
            <p:ph type="sldNum" idx="30"/>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19E75AF3-ED75-4953-A4AA-96363512A099}"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
        <p:nvSpPr>
          <p:cNvPr id="227" name="TextBox 23"/>
          <p:cNvSpPr/>
          <p:nvPr/>
        </p:nvSpPr>
        <p:spPr>
          <a:xfrm>
            <a:off x="541800" y="790200"/>
            <a:ext cx="608760" cy="58392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IN" sz="8000" b="0" u="none" strike="noStrike">
              <a:solidFill>
                <a:srgbClr val="000000"/>
              </a:solidFill>
              <a:effectLst/>
              <a:uFillTx/>
              <a:latin typeface="Arial"/>
            </a:endParaRPr>
          </a:p>
        </p:txBody>
      </p:sp>
      <p:sp>
        <p:nvSpPr>
          <p:cNvPr id="228" name="TextBox 24"/>
          <p:cNvSpPr/>
          <p:nvPr/>
        </p:nvSpPr>
        <p:spPr>
          <a:xfrm>
            <a:off x="8893080" y="2886480"/>
            <a:ext cx="608760" cy="58392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IN" sz="8000" b="0" u="none" strike="noStrik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solidFill>
          <a:srgbClr val="FFFFFF"/>
        </a:solidFill>
      </p:bgPr>
    </p:bg>
    <p:spTree>
      <p:nvGrpSpPr>
        <p:cNvPr id="1" name=""/>
        <p:cNvGrpSpPr/>
        <p:nvPr/>
      </p:nvGrpSpPr>
      <p:grpSpPr>
        <a:xfrm>
          <a:off x="0" y="0"/>
          <a:ext cx="0" cy="0"/>
          <a:chOff x="0" y="0"/>
          <a:chExt cx="0" cy="0"/>
        </a:xfrm>
      </p:grpSpPr>
      <p:grpSp>
        <p:nvGrpSpPr>
          <p:cNvPr id="229" name="Group 43"/>
          <p:cNvGrpSpPr/>
          <p:nvPr/>
        </p:nvGrpSpPr>
        <p:grpSpPr>
          <a:xfrm>
            <a:off x="0" y="-8640"/>
            <a:ext cx="12191400" cy="6867000"/>
            <a:chOff x="0" y="-8640"/>
            <a:chExt cx="12191400" cy="6867000"/>
          </a:xfrm>
        </p:grpSpPr>
        <p:cxnSp>
          <p:nvCxnSpPr>
            <p:cNvPr id="230"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231"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23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4"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3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38"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9"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240"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710F865A-3D80-4B92-BC1B-E6F93C83C890}"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241"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42"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CAD0EB5E-22BC-4D33-8286-F244AE4E7F02}"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243" name="PlaceHolder 1"/>
          <p:cNvSpPr>
            <a:spLocks noGrp="1"/>
          </p:cNvSpPr>
          <p:nvPr>
            <p:ph type="title"/>
          </p:nvPr>
        </p:nvSpPr>
        <p:spPr>
          <a:xfrm>
            <a:off x="677160" y="1932120"/>
            <a:ext cx="8596080" cy="259488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244" name="PlaceHolder 2"/>
          <p:cNvSpPr>
            <a:spLocks noGrp="1"/>
          </p:cNvSpPr>
          <p:nvPr>
            <p:ph type="body"/>
          </p:nvPr>
        </p:nvSpPr>
        <p:spPr>
          <a:xfrm>
            <a:off x="677160" y="4527360"/>
            <a:ext cx="8596080" cy="151308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p:txBody>
      </p:sp>
      <p:sp>
        <p:nvSpPr>
          <p:cNvPr id="245" name="PlaceHolder 3"/>
          <p:cNvSpPr>
            <a:spLocks noGrp="1"/>
          </p:cNvSpPr>
          <p:nvPr>
            <p:ph type="dt" idx="31"/>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46" name="PlaceHolder 4"/>
          <p:cNvSpPr>
            <a:spLocks noGrp="1"/>
          </p:cNvSpPr>
          <p:nvPr>
            <p:ph type="ftr" idx="32"/>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47" name="PlaceHolder 5"/>
          <p:cNvSpPr>
            <a:spLocks noGrp="1"/>
          </p:cNvSpPr>
          <p:nvPr>
            <p:ph type="sldNum" idx="33"/>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C5EE85CA-9255-4527-9974-E906CCCC69C5}"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solidFill>
          <a:srgbClr val="FFFFFF"/>
        </a:solidFill>
      </p:bgPr>
    </p:bg>
    <p:spTree>
      <p:nvGrpSpPr>
        <p:cNvPr id="1" name=""/>
        <p:cNvGrpSpPr/>
        <p:nvPr/>
      </p:nvGrpSpPr>
      <p:grpSpPr>
        <a:xfrm>
          <a:off x="0" y="0"/>
          <a:ext cx="0" cy="0"/>
          <a:chOff x="0" y="0"/>
          <a:chExt cx="0" cy="0"/>
        </a:xfrm>
      </p:grpSpPr>
      <p:grpSp>
        <p:nvGrpSpPr>
          <p:cNvPr id="248" name="Group 43"/>
          <p:cNvGrpSpPr/>
          <p:nvPr/>
        </p:nvGrpSpPr>
        <p:grpSpPr>
          <a:xfrm>
            <a:off x="0" y="-8640"/>
            <a:ext cx="12191400" cy="6867000"/>
            <a:chOff x="0" y="-8640"/>
            <a:chExt cx="12191400" cy="6867000"/>
          </a:xfrm>
        </p:grpSpPr>
        <p:cxnSp>
          <p:nvCxnSpPr>
            <p:cNvPr id="249"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250"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251"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2"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3"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4"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5"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56"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57"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8"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259"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C28B2529-DE43-4BA5-8AC7-E92D820BB435}"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260"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61"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B65BD525-43F0-482D-88C2-42CF073923AA}"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262" name="PlaceHolder 1"/>
          <p:cNvSpPr>
            <a:spLocks noGrp="1"/>
          </p:cNvSpPr>
          <p:nvPr>
            <p:ph type="title"/>
          </p:nvPr>
        </p:nvSpPr>
        <p:spPr>
          <a:xfrm>
            <a:off x="931320" y="609480"/>
            <a:ext cx="8093520" cy="302184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263" name="PlaceHolder 2"/>
          <p:cNvSpPr>
            <a:spLocks noGrp="1"/>
          </p:cNvSpPr>
          <p:nvPr>
            <p:ph type="body"/>
          </p:nvPr>
        </p:nvSpPr>
        <p:spPr>
          <a:xfrm>
            <a:off x="677160" y="4013280"/>
            <a:ext cx="8596080" cy="51336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chemeClr val="dk1">
                  <a:lumMod val="50000"/>
                  <a:lumOff val="50000"/>
                </a:schemeClr>
              </a:solidFill>
              <a:effectLst/>
              <a:uFillTx/>
              <a:latin typeface="Trebuchet MS"/>
            </a:endParaRPr>
          </a:p>
        </p:txBody>
      </p:sp>
      <p:sp>
        <p:nvSpPr>
          <p:cNvPr id="264" name="PlaceHolder 3"/>
          <p:cNvSpPr>
            <a:spLocks noGrp="1"/>
          </p:cNvSpPr>
          <p:nvPr>
            <p:ph type="body"/>
          </p:nvPr>
        </p:nvSpPr>
        <p:spPr>
          <a:xfrm>
            <a:off x="677160" y="4527360"/>
            <a:ext cx="8596080" cy="151308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chemeClr val="dk1">
                  <a:lumMod val="50000"/>
                  <a:lumOff val="50000"/>
                </a:schemeClr>
              </a:solidFill>
              <a:effectLst/>
              <a:uFillTx/>
              <a:latin typeface="Trebuchet MS"/>
            </a:endParaRPr>
          </a:p>
        </p:txBody>
      </p:sp>
      <p:sp>
        <p:nvSpPr>
          <p:cNvPr id="265" name="PlaceHolder 4"/>
          <p:cNvSpPr>
            <a:spLocks noGrp="1"/>
          </p:cNvSpPr>
          <p:nvPr>
            <p:ph type="dt" idx="34"/>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66" name="PlaceHolder 5"/>
          <p:cNvSpPr>
            <a:spLocks noGrp="1"/>
          </p:cNvSpPr>
          <p:nvPr>
            <p:ph type="ftr" idx="35"/>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67" name="PlaceHolder 6"/>
          <p:cNvSpPr>
            <a:spLocks noGrp="1"/>
          </p:cNvSpPr>
          <p:nvPr>
            <p:ph type="sldNum" idx="36"/>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B17253BC-53EF-4258-8391-42646E09CF5B}"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
        <p:nvSpPr>
          <p:cNvPr id="268" name="TextBox 23"/>
          <p:cNvSpPr/>
          <p:nvPr/>
        </p:nvSpPr>
        <p:spPr>
          <a:xfrm>
            <a:off x="541800" y="790200"/>
            <a:ext cx="608760" cy="58392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IN" sz="8000" b="0" u="none" strike="noStrike">
              <a:solidFill>
                <a:srgbClr val="000000"/>
              </a:solidFill>
              <a:effectLst/>
              <a:uFillTx/>
              <a:latin typeface="Arial"/>
            </a:endParaRPr>
          </a:p>
        </p:txBody>
      </p:sp>
      <p:sp>
        <p:nvSpPr>
          <p:cNvPr id="269" name="TextBox 24"/>
          <p:cNvSpPr/>
          <p:nvPr/>
        </p:nvSpPr>
        <p:spPr>
          <a:xfrm>
            <a:off x="8893080" y="2886480"/>
            <a:ext cx="608760" cy="58392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IN" sz="8000" b="0" u="none" strike="noStrike">
              <a:solidFill>
                <a:srgbClr val="000000"/>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solidFill>
          <a:srgbClr val="FFFFFF"/>
        </a:solidFill>
      </p:bgPr>
    </p:bg>
    <p:spTree>
      <p:nvGrpSpPr>
        <p:cNvPr id="1" name=""/>
        <p:cNvGrpSpPr/>
        <p:nvPr/>
      </p:nvGrpSpPr>
      <p:grpSpPr>
        <a:xfrm>
          <a:off x="0" y="0"/>
          <a:ext cx="0" cy="0"/>
          <a:chOff x="0" y="0"/>
          <a:chExt cx="0" cy="0"/>
        </a:xfrm>
      </p:grpSpPr>
      <p:grpSp>
        <p:nvGrpSpPr>
          <p:cNvPr id="270" name="Group 43"/>
          <p:cNvGrpSpPr/>
          <p:nvPr/>
        </p:nvGrpSpPr>
        <p:grpSpPr>
          <a:xfrm>
            <a:off x="0" y="-8640"/>
            <a:ext cx="12191400" cy="6867000"/>
            <a:chOff x="0" y="-8640"/>
            <a:chExt cx="12191400" cy="6867000"/>
          </a:xfrm>
        </p:grpSpPr>
        <p:cxnSp>
          <p:nvCxnSpPr>
            <p:cNvPr id="271"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272"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273"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4"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5"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6"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7"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78"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79"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0"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281"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CBCF694D-E1BE-4552-A4DB-0CEEB68C13D9}"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282"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83"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630ED979-C8A3-4975-9645-885EAD41F491}"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284" name="PlaceHolder 1"/>
          <p:cNvSpPr>
            <a:spLocks noGrp="1"/>
          </p:cNvSpPr>
          <p:nvPr>
            <p:ph type="title"/>
          </p:nvPr>
        </p:nvSpPr>
        <p:spPr>
          <a:xfrm>
            <a:off x="685800" y="609480"/>
            <a:ext cx="8587440" cy="302184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endParaRPr lang="en-US" sz="4400" b="0" u="none" strike="noStrike">
              <a:solidFill>
                <a:schemeClr val="accent1"/>
              </a:solidFill>
              <a:effectLst/>
              <a:uFillTx/>
              <a:latin typeface="Trebuchet MS"/>
            </a:endParaRPr>
          </a:p>
        </p:txBody>
      </p:sp>
      <p:sp>
        <p:nvSpPr>
          <p:cNvPr id="285" name="PlaceHolder 2"/>
          <p:cNvSpPr>
            <a:spLocks noGrp="1"/>
          </p:cNvSpPr>
          <p:nvPr>
            <p:ph type="body"/>
          </p:nvPr>
        </p:nvSpPr>
        <p:spPr>
          <a:xfrm>
            <a:off x="677160" y="4013280"/>
            <a:ext cx="8596080" cy="51336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accent1"/>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accent1"/>
                </a:solidFill>
                <a:effectLst/>
                <a:uFillTx/>
                <a:latin typeface="Trebuchet MS"/>
              </a:rPr>
              <a:t>Click to edit Master text styles</a:t>
            </a:r>
            <a:endParaRPr lang="en-US" sz="2400" b="0" u="none" strike="noStrike">
              <a:solidFill>
                <a:schemeClr val="dk1">
                  <a:lumMod val="50000"/>
                  <a:lumOff val="50000"/>
                </a:schemeClr>
              </a:solidFill>
              <a:effectLst/>
              <a:uFillTx/>
              <a:latin typeface="Trebuchet MS"/>
            </a:endParaRPr>
          </a:p>
        </p:txBody>
      </p:sp>
      <p:sp>
        <p:nvSpPr>
          <p:cNvPr id="286" name="PlaceHolder 3"/>
          <p:cNvSpPr>
            <a:spLocks noGrp="1"/>
          </p:cNvSpPr>
          <p:nvPr>
            <p:ph type="body"/>
          </p:nvPr>
        </p:nvSpPr>
        <p:spPr>
          <a:xfrm>
            <a:off x="677160" y="4527360"/>
            <a:ext cx="8596080" cy="151308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chemeClr val="dk1">
                  <a:lumMod val="50000"/>
                  <a:lumOff val="50000"/>
                </a:schemeClr>
              </a:solidFill>
              <a:effectLst/>
              <a:uFillTx/>
              <a:latin typeface="Trebuchet MS"/>
            </a:endParaRPr>
          </a:p>
        </p:txBody>
      </p:sp>
      <p:sp>
        <p:nvSpPr>
          <p:cNvPr id="287" name="PlaceHolder 4"/>
          <p:cNvSpPr>
            <a:spLocks noGrp="1"/>
          </p:cNvSpPr>
          <p:nvPr>
            <p:ph type="dt" idx="37"/>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88" name="PlaceHolder 5"/>
          <p:cNvSpPr>
            <a:spLocks noGrp="1"/>
          </p:cNvSpPr>
          <p:nvPr>
            <p:ph type="ftr" idx="38"/>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89" name="PlaceHolder 6"/>
          <p:cNvSpPr>
            <a:spLocks noGrp="1"/>
          </p:cNvSpPr>
          <p:nvPr>
            <p:ph type="sldNum" idx="39"/>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0934ED16-6A82-4A24-AA01-875F8E435DD9}"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grpSp>
        <p:nvGrpSpPr>
          <p:cNvPr id="290" name="Group 43"/>
          <p:cNvGrpSpPr/>
          <p:nvPr/>
        </p:nvGrpSpPr>
        <p:grpSpPr>
          <a:xfrm>
            <a:off x="0" y="-8640"/>
            <a:ext cx="12191400" cy="6867000"/>
            <a:chOff x="0" y="-8640"/>
            <a:chExt cx="12191400" cy="6867000"/>
          </a:xfrm>
        </p:grpSpPr>
        <p:cxnSp>
          <p:nvCxnSpPr>
            <p:cNvPr id="291"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292"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293"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4"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5"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6"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7"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98"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99"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00"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301"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802173F6-F6BE-494B-A41C-A43F187682AB}"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302"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03"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1BD1BE8C-6DD4-4600-8C90-1E5B746D5138}"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304" name="PlaceHolder 1"/>
          <p:cNvSpPr>
            <a:spLocks noGrp="1"/>
          </p:cNvSpPr>
          <p:nvPr>
            <p:ph type="title"/>
          </p:nvPr>
        </p:nvSpPr>
        <p:spPr>
          <a:xfrm>
            <a:off x="677160" y="609480"/>
            <a:ext cx="8596080" cy="13201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305" name="PlaceHolder 2"/>
          <p:cNvSpPr>
            <a:spLocks noGrp="1"/>
          </p:cNvSpPr>
          <p:nvPr>
            <p:ph type="body"/>
          </p:nvPr>
        </p:nvSpPr>
        <p:spPr>
          <a:xfrm>
            <a:off x="677160" y="2160720"/>
            <a:ext cx="8596080" cy="3880080"/>
          </a:xfrm>
          <a:prstGeom prst="rect">
            <a:avLst/>
          </a:prstGeom>
          <a:noFill/>
          <a:ln w="0">
            <a:noFill/>
          </a:ln>
        </p:spPr>
        <p:txBody>
          <a:bodyPr lIns="91440" tIns="45720" rIns="91440" bIns="45720" anchor="t" vert="eaVe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306" name="PlaceHolder 3"/>
          <p:cNvSpPr>
            <a:spLocks noGrp="1"/>
          </p:cNvSpPr>
          <p:nvPr>
            <p:ph type="dt" idx="40"/>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307" name="PlaceHolder 4"/>
          <p:cNvSpPr>
            <a:spLocks noGrp="1"/>
          </p:cNvSpPr>
          <p:nvPr>
            <p:ph type="ftr" idx="41"/>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08" name="PlaceHolder 5"/>
          <p:cNvSpPr>
            <a:spLocks noGrp="1"/>
          </p:cNvSpPr>
          <p:nvPr>
            <p:ph type="sldNum" idx="42"/>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4FF95BA8-B8D3-4E09-B68C-FDD416C72CB4}"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grpSp>
        <p:nvGrpSpPr>
          <p:cNvPr id="309" name="Group 43"/>
          <p:cNvGrpSpPr/>
          <p:nvPr/>
        </p:nvGrpSpPr>
        <p:grpSpPr>
          <a:xfrm>
            <a:off x="0" y="-8640"/>
            <a:ext cx="12191400" cy="6867000"/>
            <a:chOff x="0" y="-8640"/>
            <a:chExt cx="12191400" cy="6867000"/>
          </a:xfrm>
        </p:grpSpPr>
        <p:cxnSp>
          <p:nvCxnSpPr>
            <p:cNvPr id="310"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311"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31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4"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1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18"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9"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320"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1AB70479-0F0F-43FD-BE0D-6EC5C53015CD}"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321"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22"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71F63734-D410-4406-AB4C-DD34358B3CA4}"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323" name="PlaceHolder 1"/>
          <p:cNvSpPr>
            <a:spLocks noGrp="1"/>
          </p:cNvSpPr>
          <p:nvPr>
            <p:ph type="title"/>
          </p:nvPr>
        </p:nvSpPr>
        <p:spPr>
          <a:xfrm>
            <a:off x="7967520" y="609480"/>
            <a:ext cx="1303920" cy="5250600"/>
          </a:xfrm>
          <a:prstGeom prst="rect">
            <a:avLst/>
          </a:prstGeom>
          <a:noFill/>
          <a:ln w="0">
            <a:noFill/>
          </a:ln>
        </p:spPr>
        <p:txBody>
          <a:bodyPr lIns="91440" tIns="45720" rIns="91440" bIns="45720" anchor="ctr" vert="eaVe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324" name="PlaceHolder 2"/>
          <p:cNvSpPr>
            <a:spLocks noGrp="1"/>
          </p:cNvSpPr>
          <p:nvPr>
            <p:ph type="body"/>
          </p:nvPr>
        </p:nvSpPr>
        <p:spPr>
          <a:xfrm>
            <a:off x="677160" y="609480"/>
            <a:ext cx="7059600" cy="5250600"/>
          </a:xfrm>
          <a:prstGeom prst="rect">
            <a:avLst/>
          </a:prstGeom>
          <a:noFill/>
          <a:ln w="0">
            <a:noFill/>
          </a:ln>
        </p:spPr>
        <p:txBody>
          <a:bodyPr lIns="91440" tIns="45720" rIns="91440" bIns="45720" anchor="t" vert="eaVe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325" name="PlaceHolder 3"/>
          <p:cNvSpPr>
            <a:spLocks noGrp="1"/>
          </p:cNvSpPr>
          <p:nvPr>
            <p:ph type="dt" idx="43"/>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326" name="PlaceHolder 4"/>
          <p:cNvSpPr>
            <a:spLocks noGrp="1"/>
          </p:cNvSpPr>
          <p:nvPr>
            <p:ph type="ftr" idx="44"/>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27" name="PlaceHolder 5"/>
          <p:cNvSpPr>
            <a:spLocks noGrp="1"/>
          </p:cNvSpPr>
          <p:nvPr>
            <p:ph type="sldNum" idx="45"/>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FA80ECFB-AD04-4FBE-9BA0-80F3C4B528EA}"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grpSp>
        <p:nvGrpSpPr>
          <p:cNvPr id="328" name="Group 43"/>
          <p:cNvGrpSpPr/>
          <p:nvPr/>
        </p:nvGrpSpPr>
        <p:grpSpPr>
          <a:xfrm>
            <a:off x="0" y="-8640"/>
            <a:ext cx="12191400" cy="6867000"/>
            <a:chOff x="0" y="-8640"/>
            <a:chExt cx="12191400" cy="6867000"/>
          </a:xfrm>
        </p:grpSpPr>
        <p:cxnSp>
          <p:nvCxnSpPr>
            <p:cNvPr id="329"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330"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331"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2"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3"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4"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5"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36"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37"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8"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339"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AAA1EDA5-A66B-49D5-A619-7B8830609E77}"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340"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41"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C6FBE534-2BA9-4318-A15A-1A99580A7035}"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342" name="PlaceHolder 1"/>
          <p:cNvSpPr>
            <a:spLocks noGrp="1"/>
          </p:cNvSpPr>
          <p:nvPr>
            <p:ph type="title"/>
          </p:nvPr>
        </p:nvSpPr>
        <p:spPr>
          <a:xfrm>
            <a:off x="677160" y="609480"/>
            <a:ext cx="8596080" cy="13201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endParaRPr lang="en-US" sz="3600" b="0" u="none" strike="noStrike">
              <a:solidFill>
                <a:schemeClr val="accent1"/>
              </a:solidFill>
              <a:effectLst/>
              <a:uFillTx/>
              <a:latin typeface="Trebuchet MS"/>
            </a:endParaRPr>
          </a:p>
        </p:txBody>
      </p:sp>
      <p:sp>
        <p:nvSpPr>
          <p:cNvPr id="343" name="PlaceHolder 2"/>
          <p:cNvSpPr>
            <a:spLocks noGrp="1"/>
          </p:cNvSpPr>
          <p:nvPr>
            <p:ph type="body"/>
          </p:nvPr>
        </p:nvSpPr>
        <p:spPr>
          <a:xfrm>
            <a:off x="677160" y="2160720"/>
            <a:ext cx="8596080" cy="388008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chemeClr val="dk1">
                  <a:lumMod val="75000"/>
                  <a:lumOff val="25000"/>
                </a:schemeClr>
              </a:solidFill>
              <a:effectLst/>
              <a:uFillTx/>
              <a:latin typeface="Trebuchet MS"/>
            </a:endParaRP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chemeClr val="dk1">
                  <a:lumMod val="75000"/>
                  <a:lumOff val="25000"/>
                </a:schemeClr>
              </a:solidFill>
              <a:effectLst/>
              <a:uFillTx/>
              <a:latin typeface="Trebuchet MS"/>
            </a:endParaRP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chemeClr val="dk1">
                  <a:lumMod val="75000"/>
                  <a:lumOff val="25000"/>
                </a:schemeClr>
              </a:solidFill>
              <a:effectLst/>
              <a:uFillTx/>
              <a:latin typeface="Trebuchet MS"/>
            </a:endParaRP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chemeClr val="dk1">
                  <a:lumMod val="75000"/>
                  <a:lumOff val="25000"/>
                </a:schemeClr>
              </a:solidFill>
              <a:effectLst/>
              <a:uFillTx/>
              <a:latin typeface="Trebuchet MS"/>
            </a:endParaRP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chemeClr val="dk1">
                  <a:lumMod val="75000"/>
                  <a:lumOff val="25000"/>
                </a:schemeClr>
              </a:solidFill>
              <a:effectLst/>
              <a:uFillTx/>
              <a:latin typeface="Trebuchet MS"/>
            </a:endParaRPr>
          </a:p>
        </p:txBody>
      </p:sp>
      <p:sp>
        <p:nvSpPr>
          <p:cNvPr id="344" name="PlaceHolder 3"/>
          <p:cNvSpPr>
            <a:spLocks noGrp="1"/>
          </p:cNvSpPr>
          <p:nvPr>
            <p:ph type="dt" idx="46"/>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345" name="PlaceHolder 4"/>
          <p:cNvSpPr>
            <a:spLocks noGrp="1"/>
          </p:cNvSpPr>
          <p:nvPr>
            <p:ph type="ftr" idx="47"/>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46" name="PlaceHolder 5"/>
          <p:cNvSpPr>
            <a:spLocks noGrp="1"/>
          </p:cNvSpPr>
          <p:nvPr>
            <p:ph type="sldNum" idx="48"/>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0BEA2257-61D3-4F76-AEDF-A4A195C146C3}"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p:bg>
      <p:bgPr>
        <a:solidFill>
          <a:srgbClr val="FFFFFF"/>
        </a:solidFill>
      </p:bgPr>
    </p:bg>
    <p:spTree>
      <p:nvGrpSpPr>
        <p:cNvPr id="1" name=""/>
        <p:cNvGrpSpPr/>
        <p:nvPr/>
      </p:nvGrpSpPr>
      <p:grpSpPr>
        <a:xfrm>
          <a:off x="0" y="0"/>
          <a:ext cx="0" cy="0"/>
          <a:chOff x="0" y="0"/>
          <a:chExt cx="0" cy="0"/>
        </a:xfrm>
      </p:grpSpPr>
      <p:grpSp>
        <p:nvGrpSpPr>
          <p:cNvPr id="347" name="Group 43"/>
          <p:cNvGrpSpPr/>
          <p:nvPr/>
        </p:nvGrpSpPr>
        <p:grpSpPr>
          <a:xfrm>
            <a:off x="0" y="-8640"/>
            <a:ext cx="12191400" cy="6867000"/>
            <a:chOff x="0" y="-8640"/>
            <a:chExt cx="12191400" cy="6867000"/>
          </a:xfrm>
        </p:grpSpPr>
        <p:cxnSp>
          <p:nvCxnSpPr>
            <p:cNvPr id="348"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349"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35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2"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5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56"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7"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358"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37AC0F3F-EE22-4122-89F0-588F8467C23F}"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359"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60"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4EE3698D-7348-4A58-9BC6-7F20A95C90D2}"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361" name="PlaceHolder 1"/>
          <p:cNvSpPr>
            <a:spLocks noGrp="1"/>
          </p:cNvSpPr>
          <p:nvPr>
            <p:ph type="body"/>
          </p:nvPr>
        </p:nvSpPr>
        <p:spPr>
          <a:xfrm>
            <a:off x="6312960" y="4142160"/>
            <a:ext cx="4220280" cy="860760"/>
          </a:xfrm>
          <a:prstGeom prst="rect">
            <a:avLst/>
          </a:prstGeom>
          <a:noFill/>
          <a:ln w="0">
            <a:noFill/>
          </a:ln>
        </p:spPr>
        <p:txBody>
          <a:bodyPr lIns="91440" tIns="45720" rIns="91440" bIns="45720" anchor="t">
            <a:noAutofit/>
          </a:bodyPr>
          <a:lstStyle>
            <a:lvl1pPr indent="0" algn="l" defTabSz="457200">
              <a:lnSpc>
                <a:spcPct val="100000"/>
              </a:lnSpc>
              <a:spcBef>
                <a:spcPts val="1001"/>
              </a:spcBef>
              <a:buNone/>
              <a:tabLst>
                <a:tab pos="0" algn="l"/>
              </a:tabLst>
              <a:defRPr lang="en-US" sz="2000" b="1" u="none" strike="noStrike">
                <a:solidFill>
                  <a:schemeClr val="accent4"/>
                </a:solidFill>
                <a:effectLst/>
                <a:uFillTx/>
                <a:latin typeface="Trebuchet MS"/>
              </a:defRPr>
            </a:lvl1pPr>
            <a:lvl2pPr marL="743040" indent="-285840" algn="l" defTabSz="457200">
              <a:lnSpc>
                <a:spcPct val="100000"/>
              </a:lnSpc>
              <a:spcBef>
                <a:spcPts val="1001"/>
              </a:spcBef>
              <a:buNone/>
              <a:tabLst>
                <a:tab pos="0" algn="l"/>
              </a:tabLst>
              <a:defRPr lang="en-US" sz="2000" b="0" u="none" strike="noStrike">
                <a:solidFill>
                  <a:schemeClr val="dk1">
                    <a:lumMod val="75000"/>
                    <a:lumOff val="25000"/>
                  </a:schemeClr>
                </a:solidFill>
                <a:effectLst/>
                <a:uFillTx/>
                <a:latin typeface="Trebuchet MS"/>
              </a:defRPr>
            </a:lvl2pPr>
          </a:lstStyle>
          <a:p>
            <a:pPr indent="0" algn="l"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a:p>
            <a:pPr marL="743040" indent="-285840" algn="l" defTabSz="457200">
              <a:lnSpc>
                <a:spcPct val="100000"/>
              </a:lnSpc>
              <a:spcBef>
                <a:spcPts val="1001"/>
              </a:spcBef>
              <a:buNone/>
              <a:tabLst>
                <a:tab pos="0" algn="l"/>
              </a:tabLst>
            </a:pPr>
            <a:r>
              <a:rPr lang="en-US" sz="2000" b="0" u="none" strike="noStrike">
                <a:solidFill>
                  <a:schemeClr val="dk1">
                    <a:lumMod val="75000"/>
                    <a:lumOff val="25000"/>
                  </a:schemeClr>
                </a:solidFill>
                <a:effectLst/>
                <a:uFillTx/>
                <a:latin typeface="Trebuchet MS"/>
              </a:rPr>
              <a:t>Second level</a:t>
            </a:r>
            <a:endParaRPr lang="en-US" sz="2000" b="0" u="none" strike="noStrike">
              <a:solidFill>
                <a:schemeClr val="dk1"/>
              </a:solidFill>
              <a:effectLst/>
              <a:uFillTx/>
              <a:latin typeface="Trebuchet MS"/>
            </a:endParaRPr>
          </a:p>
        </p:txBody>
      </p:sp>
      <p:sp>
        <p:nvSpPr>
          <p:cNvPr id="362" name="Hexagon 14"/>
          <p:cNvSpPr/>
          <p:nvPr/>
        </p:nvSpPr>
        <p:spPr>
          <a:xfrm>
            <a:off x="740160" y="1382760"/>
            <a:ext cx="1228680" cy="105912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363" name="Hexagon 15"/>
          <p:cNvSpPr/>
          <p:nvPr/>
        </p:nvSpPr>
        <p:spPr>
          <a:xfrm>
            <a:off x="3755160" y="1194480"/>
            <a:ext cx="1665360" cy="1435680"/>
          </a:xfrm>
          <a:prstGeom prst="hexagon">
            <a:avLst>
              <a:gd name="adj" fmla="val 25000"/>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364" name="Hexagon 16"/>
          <p:cNvSpPr/>
          <p:nvPr/>
        </p:nvSpPr>
        <p:spPr>
          <a:xfrm>
            <a:off x="3804840" y="5233320"/>
            <a:ext cx="717480" cy="618480"/>
          </a:xfrm>
          <a:prstGeom prst="hexagon">
            <a:avLst>
              <a:gd name="adj" fmla="val 25000"/>
              <a:gd name="vf" fmla="val 115470"/>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365" name="Hexagon 17"/>
          <p:cNvSpPr/>
          <p:nvPr/>
        </p:nvSpPr>
        <p:spPr>
          <a:xfrm>
            <a:off x="1837800" y="1101240"/>
            <a:ext cx="650880" cy="560880"/>
          </a:xfrm>
          <a:prstGeom prst="hexagon">
            <a:avLst>
              <a:gd name="adj" fmla="val 25000"/>
              <a:gd name="vf" fmla="val 115470"/>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366" name="PlaceHolder 2"/>
          <p:cNvSpPr>
            <a:spLocks noGrp="1"/>
          </p:cNvSpPr>
          <p:nvPr>
            <p:ph type="body"/>
          </p:nvPr>
        </p:nvSpPr>
        <p:spPr>
          <a:xfrm>
            <a:off x="1571400" y="1914120"/>
            <a:ext cx="3992760" cy="361728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367" name="PlaceHolder 3"/>
          <p:cNvSpPr>
            <a:spLocks noGrp="1"/>
          </p:cNvSpPr>
          <p:nvPr>
            <p:ph type="title"/>
          </p:nvPr>
        </p:nvSpPr>
        <p:spPr>
          <a:xfrm>
            <a:off x="6312960" y="2050560"/>
            <a:ext cx="4997880" cy="1748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2800" b="0" u="none" strike="noStrike">
                <a:solidFill>
                  <a:schemeClr val="dk1"/>
                </a:solidFill>
                <a:effectLst/>
                <a:uFillTx/>
                <a:latin typeface="Trebuchet MS"/>
              </a:defRPr>
            </a:lvl1pPr>
          </a:lstStyle>
          <a:p>
            <a:pPr indent="0" algn="l" defTabSz="457200">
              <a:lnSpc>
                <a:spcPct val="100000"/>
              </a:lnSpc>
              <a:buNone/>
              <a:tabLst>
                <a:tab pos="0" algn="l"/>
              </a:tabLst>
            </a:pPr>
            <a:r>
              <a:rPr lang="en-US" sz="2800" b="0" u="none" strike="noStrike">
                <a:solidFill>
                  <a:schemeClr val="dk1"/>
                </a:solidFill>
                <a:effectLst/>
                <a:uFillTx/>
                <a:latin typeface="Trebuchet MS"/>
              </a:rPr>
              <a:t>Click to edit Master title style</a:t>
            </a:r>
            <a:endParaRPr lang="en-US" sz="2800" b="0" u="none" strike="noStrike">
              <a:solidFill>
                <a:schemeClr val="dk1"/>
              </a:solidFill>
              <a:effectLst/>
              <a:uFillTx/>
              <a:latin typeface="Trebuchet MS"/>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troduction">
    <p:bg>
      <p:bgPr>
        <a:solidFill>
          <a:srgbClr val="FFFFFF"/>
        </a:solidFill>
      </p:bgPr>
    </p:bg>
    <p:spTree>
      <p:nvGrpSpPr>
        <p:cNvPr id="1" name=""/>
        <p:cNvGrpSpPr/>
        <p:nvPr/>
      </p:nvGrpSpPr>
      <p:grpSpPr>
        <a:xfrm>
          <a:off x="0" y="0"/>
          <a:ext cx="0" cy="0"/>
          <a:chOff x="0" y="0"/>
          <a:chExt cx="0" cy="0"/>
        </a:xfrm>
      </p:grpSpPr>
      <p:grpSp>
        <p:nvGrpSpPr>
          <p:cNvPr id="368" name="Group 43"/>
          <p:cNvGrpSpPr/>
          <p:nvPr/>
        </p:nvGrpSpPr>
        <p:grpSpPr>
          <a:xfrm>
            <a:off x="0" y="-8640"/>
            <a:ext cx="12191400" cy="6867000"/>
            <a:chOff x="0" y="-8640"/>
            <a:chExt cx="12191400" cy="6867000"/>
          </a:xfrm>
        </p:grpSpPr>
        <p:cxnSp>
          <p:nvCxnSpPr>
            <p:cNvPr id="369"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370"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371"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2"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3"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4"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5"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76"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77"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78"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379"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5077C5DB-93BA-4AC7-87EB-A07CDA0B24D4}"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380"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81"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E017D451-763A-448C-800A-5D7B0BB20EEC}"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382" name="Oval 9"/>
          <p:cNvSpPr/>
          <p:nvPr/>
        </p:nvSpPr>
        <p:spPr>
          <a:xfrm>
            <a:off x="7362720" y="443160"/>
            <a:ext cx="361080" cy="36108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accent5"/>
              </a:solidFill>
              <a:effectLst/>
              <a:uFillTx/>
              <a:latin typeface="Trebuchet MS"/>
            </a:endParaRPr>
          </a:p>
        </p:txBody>
      </p:sp>
      <p:sp>
        <p:nvSpPr>
          <p:cNvPr id="383" name="Oval 13"/>
          <p:cNvSpPr/>
          <p:nvPr/>
        </p:nvSpPr>
        <p:spPr>
          <a:xfrm>
            <a:off x="11007360" y="5605920"/>
            <a:ext cx="653400" cy="653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accent5"/>
              </a:solidFill>
              <a:effectLst/>
              <a:uFillTx/>
              <a:latin typeface="Trebuchet MS"/>
            </a:endParaRPr>
          </a:p>
        </p:txBody>
      </p:sp>
      <p:sp>
        <p:nvSpPr>
          <p:cNvPr id="384" name="Oval 15"/>
          <p:cNvSpPr/>
          <p:nvPr/>
        </p:nvSpPr>
        <p:spPr>
          <a:xfrm>
            <a:off x="10683720" y="6132600"/>
            <a:ext cx="250560" cy="2505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accent5"/>
              </a:solidFill>
              <a:effectLst/>
              <a:uFillTx/>
              <a:latin typeface="Trebuchet MS"/>
            </a:endParaRPr>
          </a:p>
        </p:txBody>
      </p:sp>
      <p:sp>
        <p:nvSpPr>
          <p:cNvPr id="385" name="PlaceHolder 1"/>
          <p:cNvSpPr>
            <a:spLocks noGrp="1"/>
          </p:cNvSpPr>
          <p:nvPr>
            <p:ph type="body"/>
          </p:nvPr>
        </p:nvSpPr>
        <p:spPr>
          <a:xfrm>
            <a:off x="5733360" y="624240"/>
            <a:ext cx="5855040" cy="563076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lumMod val="75000"/>
                  <a:lumOff val="25000"/>
                </a:schemeClr>
              </a:solidFill>
              <a:effectLst/>
              <a:uFillTx/>
              <a:latin typeface="Trebuchet MS"/>
            </a:endParaRPr>
          </a:p>
        </p:txBody>
      </p:sp>
      <p:sp>
        <p:nvSpPr>
          <p:cNvPr id="386" name="PlaceHolder 2"/>
          <p:cNvSpPr>
            <a:spLocks noGrp="1"/>
          </p:cNvSpPr>
          <p:nvPr>
            <p:ph type="body"/>
          </p:nvPr>
        </p:nvSpPr>
        <p:spPr>
          <a:xfrm>
            <a:off x="660240" y="2044800"/>
            <a:ext cx="4274280" cy="3560040"/>
          </a:xfrm>
          <a:prstGeom prst="rect">
            <a:avLst/>
          </a:prstGeom>
          <a:noFill/>
          <a:ln w="0">
            <a:noFill/>
          </a:ln>
        </p:spPr>
        <p:txBody>
          <a:bodyPr lIns="91440" tIns="45720" rIns="91440" bIns="45720" anchor="t">
            <a:noAutofit/>
          </a:bodyPr>
          <a:lstStyle>
            <a:lvl1pPr algn="l" defTabSz="457200">
              <a:lnSpc>
                <a:spcPct val="150000"/>
              </a:lnSpc>
              <a:spcBef>
                <a:spcPts val="1001"/>
              </a:spcBef>
              <a:buClr>
                <a:srgbClr val="2E946B"/>
              </a:buClr>
              <a:buSzPct val="80000"/>
              <a:buFont typeface="Wingdings" charset="2"/>
              <a:buChar char=""/>
              <a:tabLst>
                <a:tab pos="0" algn="l"/>
              </a:tabLst>
              <a:defRPr lang="en-US" sz="2000" b="0" u="none" strike="noStrike">
                <a:solidFill>
                  <a:schemeClr val="dk1">
                    <a:lumMod val="75000"/>
                    <a:lumOff val="25000"/>
                  </a:schemeClr>
                </a:solidFill>
                <a:effectLst/>
                <a:uFillTx/>
                <a:latin typeface="Trebuchet MS"/>
              </a:defRPr>
            </a:lvl1pPr>
          </a:lstStyle>
          <a:p>
            <a:pPr marL="343080" indent="-343080" algn="l" defTabSz="457200">
              <a:lnSpc>
                <a:spcPct val="150000"/>
              </a:lnSpc>
              <a:spcBef>
                <a:spcPts val="1001"/>
              </a:spcBef>
              <a:buClr>
                <a:srgbClr val="2E946B"/>
              </a:buClr>
              <a:buSzPct val="80000"/>
              <a:buFont typeface="Wingdings" charset="2"/>
              <a:buChar char=""/>
              <a:tabLst>
                <a:tab pos="0" algn="l"/>
              </a:tabLst>
            </a:pPr>
            <a:r>
              <a:rPr lang="en-US" sz="2000" b="0" u="none" strike="noStrike">
                <a:solidFill>
                  <a:schemeClr val="dk1">
                    <a:lumMod val="75000"/>
                    <a:lumOff val="25000"/>
                  </a:schemeClr>
                </a:solidFill>
                <a:effectLst/>
                <a:uFillTx/>
                <a:latin typeface="Trebuchet MS"/>
              </a:rPr>
              <a:t>Click to edit Master text styles</a:t>
            </a:r>
            <a:endParaRPr lang="en-US" sz="2000" b="0" u="none" strike="noStrike">
              <a:solidFill>
                <a:schemeClr val="dk1">
                  <a:lumMod val="75000"/>
                  <a:lumOff val="25000"/>
                </a:schemeClr>
              </a:solidFill>
              <a:effectLst/>
              <a:uFillTx/>
              <a:latin typeface="Trebuchet MS"/>
            </a:endParaRPr>
          </a:p>
        </p:txBody>
      </p:sp>
      <p:sp>
        <p:nvSpPr>
          <p:cNvPr id="387" name="PlaceHolder 3"/>
          <p:cNvSpPr>
            <a:spLocks noGrp="1"/>
          </p:cNvSpPr>
          <p:nvPr>
            <p:ph type="title"/>
          </p:nvPr>
        </p:nvSpPr>
        <p:spPr>
          <a:xfrm>
            <a:off x="660240" y="805320"/>
            <a:ext cx="4274280" cy="830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800" b="1" u="none" strike="noStrike">
                <a:solidFill>
                  <a:schemeClr val="dk1"/>
                </a:solidFill>
                <a:effectLst/>
                <a:uFillTx/>
                <a:latin typeface="Trebuchet MS"/>
              </a:defRPr>
            </a:lvl1pPr>
          </a:lstStyle>
          <a:p>
            <a:pPr indent="0" algn="l" defTabSz="457200">
              <a:lnSpc>
                <a:spcPct val="100000"/>
              </a:lnSpc>
              <a:buNone/>
              <a:tabLst>
                <a:tab pos="0" algn="l"/>
              </a:tabLst>
            </a:pPr>
            <a:r>
              <a:rPr lang="en-US" sz="4800" b="1" u="none" strike="noStrike">
                <a:solidFill>
                  <a:schemeClr val="dk1"/>
                </a:solidFill>
                <a:effectLst/>
                <a:uFillTx/>
                <a:latin typeface="Trebuchet MS"/>
              </a:rPr>
              <a:t>Click to edit Master title style</a:t>
            </a:r>
            <a:endParaRPr lang="en-US" sz="4800" b="1" u="none" strike="noStrike">
              <a:solidFill>
                <a:schemeClr val="dk1"/>
              </a:solidFill>
              <a:effectLst/>
              <a:uFillTx/>
              <a:latin typeface="Trebuchet MS"/>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genda">
    <p:bg>
      <p:bgPr>
        <a:solidFill>
          <a:srgbClr val="FFFFFF"/>
        </a:solidFill>
      </p:bgPr>
    </p:bg>
    <p:spTree>
      <p:nvGrpSpPr>
        <p:cNvPr id="1" name=""/>
        <p:cNvGrpSpPr/>
        <p:nvPr/>
      </p:nvGrpSpPr>
      <p:grpSpPr>
        <a:xfrm>
          <a:off x="0" y="0"/>
          <a:ext cx="0" cy="0"/>
          <a:chOff x="0" y="0"/>
          <a:chExt cx="0" cy="0"/>
        </a:xfrm>
      </p:grpSpPr>
      <p:grpSp>
        <p:nvGrpSpPr>
          <p:cNvPr id="388" name="Group 43"/>
          <p:cNvGrpSpPr/>
          <p:nvPr/>
        </p:nvGrpSpPr>
        <p:grpSpPr>
          <a:xfrm>
            <a:off x="0" y="-8640"/>
            <a:ext cx="12191400" cy="6867000"/>
            <a:chOff x="0" y="-8640"/>
            <a:chExt cx="12191400" cy="6867000"/>
          </a:xfrm>
        </p:grpSpPr>
        <p:cxnSp>
          <p:nvCxnSpPr>
            <p:cNvPr id="389"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390"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391"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2"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3"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4"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5"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96"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97"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8"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399"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66558561-205D-4169-BEB6-E989651787EE}"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400"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401"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B5D3E0F5-B638-4EC0-8E33-DFBEF2F119ED}"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402" name="PlaceHolder 1"/>
          <p:cNvSpPr>
            <a:spLocks noGrp="1"/>
          </p:cNvSpPr>
          <p:nvPr>
            <p:ph type="body"/>
          </p:nvPr>
        </p:nvSpPr>
        <p:spPr>
          <a:xfrm>
            <a:off x="660240" y="2044800"/>
            <a:ext cx="4274280" cy="356004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2E946B"/>
              </a:buClr>
              <a:buSzPct val="80000"/>
              <a:buFont typeface="Wingdings" charset="2"/>
              <a:buChar char=""/>
              <a:defRPr lang="en-US" sz="2000" b="0" u="none" strike="noStrike">
                <a:solidFill>
                  <a:schemeClr val="dk1">
                    <a:lumMod val="75000"/>
                    <a:lumOff val="25000"/>
                  </a:schemeClr>
                </a:solidFill>
                <a:effectLst/>
                <a:uFillTx/>
                <a:latin typeface="Trebuchet MS"/>
              </a:defRPr>
            </a:lvl1pPr>
          </a:lstStyle>
          <a:p>
            <a:pPr marL="343080" indent="-343080" algn="l" defTabSz="457200">
              <a:lnSpc>
                <a:spcPct val="100000"/>
              </a:lnSpc>
              <a:spcBef>
                <a:spcPts val="1001"/>
              </a:spcBef>
              <a:buClr>
                <a:srgbClr val="2E946B"/>
              </a:buClr>
              <a:buSzPct val="80000"/>
              <a:buFont typeface="Wingdings" charset="2"/>
              <a:buChar char=""/>
            </a:pPr>
            <a:r>
              <a:rPr lang="en-US" sz="2000" b="0" u="none" strike="noStrike">
                <a:solidFill>
                  <a:schemeClr val="dk1">
                    <a:lumMod val="75000"/>
                    <a:lumOff val="25000"/>
                  </a:schemeClr>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03" name="Rectangle 18"/>
          <p:cNvSpPr/>
          <p:nvPr/>
        </p:nvSpPr>
        <p:spPr>
          <a:xfrm>
            <a:off x="9354600" y="5364000"/>
            <a:ext cx="456480" cy="4564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04" name="Rectangle 20"/>
          <p:cNvSpPr/>
          <p:nvPr/>
        </p:nvSpPr>
        <p:spPr>
          <a:xfrm>
            <a:off x="6692760" y="1699920"/>
            <a:ext cx="318960" cy="318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05" name="Rectangle 22"/>
          <p:cNvSpPr/>
          <p:nvPr/>
        </p:nvSpPr>
        <p:spPr>
          <a:xfrm>
            <a:off x="9354600" y="5897880"/>
            <a:ext cx="179280" cy="1792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89640" tIns="45000" rIns="89640" bIns="45000" anchor="ctr">
            <a:noAutofit/>
          </a:bodyPr>
          <a:p>
            <a:endParaRPr lang="en-US" sz="1800" b="0" u="none" strike="noStrike">
              <a:solidFill>
                <a:schemeClr val="lt1"/>
              </a:solidFill>
              <a:effectLst/>
              <a:uFillTx/>
              <a:latin typeface="Trebuchet MS"/>
            </a:endParaRPr>
          </a:p>
        </p:txBody>
      </p:sp>
      <p:sp>
        <p:nvSpPr>
          <p:cNvPr id="406" name="PlaceHolder 2"/>
          <p:cNvSpPr>
            <a:spLocks noGrp="1"/>
          </p:cNvSpPr>
          <p:nvPr>
            <p:ph type="body"/>
          </p:nvPr>
        </p:nvSpPr>
        <p:spPr>
          <a:xfrm>
            <a:off x="7090200" y="786240"/>
            <a:ext cx="4440600" cy="5392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07" name="PlaceHolder 3"/>
          <p:cNvSpPr>
            <a:spLocks noGrp="1"/>
          </p:cNvSpPr>
          <p:nvPr>
            <p:ph type="title"/>
          </p:nvPr>
        </p:nvSpPr>
        <p:spPr>
          <a:xfrm>
            <a:off x="660240" y="805320"/>
            <a:ext cx="4274280" cy="830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800" b="1" u="none" strike="noStrike">
                <a:solidFill>
                  <a:schemeClr val="dk1"/>
                </a:solidFill>
                <a:effectLst/>
                <a:uFillTx/>
                <a:latin typeface="Trebuchet MS"/>
              </a:defRPr>
            </a:lvl1pPr>
          </a:lstStyle>
          <a:p>
            <a:pPr indent="0" algn="l" defTabSz="457200">
              <a:lnSpc>
                <a:spcPct val="100000"/>
              </a:lnSpc>
              <a:buNone/>
              <a:tabLst>
                <a:tab pos="0" algn="l"/>
              </a:tabLst>
            </a:pPr>
            <a:r>
              <a:rPr lang="en-US" sz="4800" b="1" u="none" strike="noStrike">
                <a:solidFill>
                  <a:schemeClr val="dk1"/>
                </a:solidFill>
                <a:effectLst/>
                <a:uFillTx/>
                <a:latin typeface="Trebuchet MS"/>
              </a:rPr>
              <a:t>Click to edit Master title style</a:t>
            </a:r>
            <a:endParaRPr lang="en-US" sz="4800" b="1" u="none" strike="noStrike">
              <a:solidFill>
                <a:schemeClr val="dk1"/>
              </a:solidFill>
              <a:effectLst/>
              <a:uFillTx/>
              <a:latin typeface="Trebuchet MS"/>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am">
    <p:bg>
      <p:bgPr>
        <a:solidFill>
          <a:srgbClr val="FFFFFF"/>
        </a:solidFill>
      </p:bgPr>
    </p:bg>
    <p:spTree>
      <p:nvGrpSpPr>
        <p:cNvPr id="1" name=""/>
        <p:cNvGrpSpPr/>
        <p:nvPr/>
      </p:nvGrpSpPr>
      <p:grpSpPr>
        <a:xfrm>
          <a:off x="0" y="0"/>
          <a:ext cx="0" cy="0"/>
          <a:chOff x="0" y="0"/>
          <a:chExt cx="0" cy="0"/>
        </a:xfrm>
      </p:grpSpPr>
      <p:grpSp>
        <p:nvGrpSpPr>
          <p:cNvPr id="441" name="Group 43"/>
          <p:cNvGrpSpPr/>
          <p:nvPr/>
        </p:nvGrpSpPr>
        <p:grpSpPr>
          <a:xfrm>
            <a:off x="0" y="-8640"/>
            <a:ext cx="12191400" cy="6867000"/>
            <a:chOff x="0" y="-8640"/>
            <a:chExt cx="12191400" cy="6867000"/>
          </a:xfrm>
        </p:grpSpPr>
        <p:cxnSp>
          <p:nvCxnSpPr>
            <p:cNvPr id="442"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443"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411"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2"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3"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4"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5"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16"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17"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8"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419"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E4A587FA-7A82-4359-B19B-7C282699C6CA}"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420"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421"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29D2B3CB-690D-4801-A402-48D2A6625222}"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444" name="PlaceHolder 1"/>
          <p:cNvSpPr>
            <a:spLocks noGrp="1"/>
          </p:cNvSpPr>
          <p:nvPr>
            <p:ph type="body"/>
          </p:nvPr>
        </p:nvSpPr>
        <p:spPr>
          <a:xfrm>
            <a:off x="535356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45" name="PlaceHolder 2"/>
          <p:cNvSpPr>
            <a:spLocks noGrp="1"/>
          </p:cNvSpPr>
          <p:nvPr>
            <p:ph type="body"/>
          </p:nvPr>
        </p:nvSpPr>
        <p:spPr>
          <a:xfrm>
            <a:off x="311580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46" name="PlaceHolder 3"/>
          <p:cNvSpPr>
            <a:spLocks noGrp="1"/>
          </p:cNvSpPr>
          <p:nvPr>
            <p:ph type="body"/>
          </p:nvPr>
        </p:nvSpPr>
        <p:spPr>
          <a:xfrm>
            <a:off x="760248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47" name="PlaceHolder 4"/>
          <p:cNvSpPr>
            <a:spLocks noGrp="1"/>
          </p:cNvSpPr>
          <p:nvPr>
            <p:ph type="body"/>
          </p:nvPr>
        </p:nvSpPr>
        <p:spPr>
          <a:xfrm>
            <a:off x="983988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48" name="PlaceHolder 5"/>
          <p:cNvSpPr>
            <a:spLocks noGrp="1"/>
          </p:cNvSpPr>
          <p:nvPr>
            <p:ph type="title"/>
          </p:nvPr>
        </p:nvSpPr>
        <p:spPr>
          <a:xfrm>
            <a:off x="432000" y="647640"/>
            <a:ext cx="11339280" cy="6994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800" b="1" u="none" strike="noStrike">
                <a:solidFill>
                  <a:schemeClr val="dk1"/>
                </a:solidFill>
                <a:effectLst/>
                <a:uFillTx/>
                <a:latin typeface="Trebuchet MS"/>
              </a:defRPr>
            </a:lvl1pPr>
          </a:lstStyle>
          <a:p>
            <a:pPr indent="0" algn="ctr" defTabSz="457200">
              <a:lnSpc>
                <a:spcPct val="100000"/>
              </a:lnSpc>
              <a:buNone/>
              <a:tabLst>
                <a:tab pos="0" algn="l"/>
              </a:tabLst>
            </a:pPr>
            <a:r>
              <a:rPr lang="en-US" sz="4800" b="1" u="none" strike="noStrike">
                <a:solidFill>
                  <a:schemeClr val="dk1"/>
                </a:solidFill>
                <a:effectLst/>
                <a:uFillTx/>
                <a:latin typeface="Trebuchet MS"/>
              </a:rPr>
              <a:t>Click to edit Master title style</a:t>
            </a:r>
            <a:endParaRPr lang="en-US" sz="4800" b="1" u="none" strike="noStrike">
              <a:solidFill>
                <a:schemeClr val="dk1"/>
              </a:solidFill>
              <a:effectLst/>
              <a:uFillTx/>
              <a:latin typeface="Trebuchet MS"/>
            </a:endParaRPr>
          </a:p>
        </p:txBody>
      </p:sp>
      <p:sp>
        <p:nvSpPr>
          <p:cNvPr id="427" name="Hexagon 8"/>
          <p:cNvSpPr/>
          <p:nvPr/>
        </p:nvSpPr>
        <p:spPr>
          <a:xfrm>
            <a:off x="546840" y="3467520"/>
            <a:ext cx="457560" cy="39420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28" name="Hexagon 9"/>
          <p:cNvSpPr/>
          <p:nvPr/>
        </p:nvSpPr>
        <p:spPr>
          <a:xfrm>
            <a:off x="11113200" y="2394720"/>
            <a:ext cx="357840" cy="308160"/>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29" name="Hexagon 10"/>
          <p:cNvSpPr/>
          <p:nvPr/>
        </p:nvSpPr>
        <p:spPr>
          <a:xfrm>
            <a:off x="10882800" y="2202120"/>
            <a:ext cx="230040" cy="198000"/>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49" name="PlaceHolder 6"/>
          <p:cNvSpPr>
            <a:spLocks noGrp="1"/>
          </p:cNvSpPr>
          <p:nvPr>
            <p:ph type="body"/>
          </p:nvPr>
        </p:nvSpPr>
        <p:spPr>
          <a:xfrm>
            <a:off x="5468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50" name="PlaceHolder 7"/>
          <p:cNvSpPr>
            <a:spLocks noGrp="1"/>
          </p:cNvSpPr>
          <p:nvPr>
            <p:ph type="body"/>
          </p:nvPr>
        </p:nvSpPr>
        <p:spPr>
          <a:xfrm>
            <a:off x="55656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51" name="PlaceHolder 8"/>
          <p:cNvSpPr>
            <a:spLocks noGrp="1"/>
          </p:cNvSpPr>
          <p:nvPr>
            <p:ph type="body"/>
          </p:nvPr>
        </p:nvSpPr>
        <p:spPr>
          <a:xfrm>
            <a:off x="27896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52" name="PlaceHolder 9"/>
          <p:cNvSpPr>
            <a:spLocks noGrp="1"/>
          </p:cNvSpPr>
          <p:nvPr>
            <p:ph type="body"/>
          </p:nvPr>
        </p:nvSpPr>
        <p:spPr>
          <a:xfrm>
            <a:off x="27896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53" name="PlaceHolder 10"/>
          <p:cNvSpPr>
            <a:spLocks noGrp="1"/>
          </p:cNvSpPr>
          <p:nvPr>
            <p:ph type="body"/>
          </p:nvPr>
        </p:nvSpPr>
        <p:spPr>
          <a:xfrm>
            <a:off x="50324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54" name="PlaceHolder 11"/>
          <p:cNvSpPr>
            <a:spLocks noGrp="1"/>
          </p:cNvSpPr>
          <p:nvPr>
            <p:ph type="body"/>
          </p:nvPr>
        </p:nvSpPr>
        <p:spPr>
          <a:xfrm>
            <a:off x="502920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55" name="PlaceHolder 12"/>
          <p:cNvSpPr>
            <a:spLocks noGrp="1"/>
          </p:cNvSpPr>
          <p:nvPr>
            <p:ph type="body"/>
          </p:nvPr>
        </p:nvSpPr>
        <p:spPr>
          <a:xfrm>
            <a:off x="72752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56" name="PlaceHolder 13"/>
          <p:cNvSpPr>
            <a:spLocks noGrp="1"/>
          </p:cNvSpPr>
          <p:nvPr>
            <p:ph type="body"/>
          </p:nvPr>
        </p:nvSpPr>
        <p:spPr>
          <a:xfrm>
            <a:off x="72752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57" name="PlaceHolder 14"/>
          <p:cNvSpPr>
            <a:spLocks noGrp="1"/>
          </p:cNvSpPr>
          <p:nvPr>
            <p:ph type="body"/>
          </p:nvPr>
        </p:nvSpPr>
        <p:spPr>
          <a:xfrm>
            <a:off x="95180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58" name="PlaceHolder 15"/>
          <p:cNvSpPr>
            <a:spLocks noGrp="1"/>
          </p:cNvSpPr>
          <p:nvPr>
            <p:ph type="body"/>
          </p:nvPr>
        </p:nvSpPr>
        <p:spPr>
          <a:xfrm>
            <a:off x="95180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59" name="PlaceHolder 16"/>
          <p:cNvSpPr>
            <a:spLocks noGrp="1"/>
          </p:cNvSpPr>
          <p:nvPr>
            <p:ph type="body"/>
          </p:nvPr>
        </p:nvSpPr>
        <p:spPr>
          <a:xfrm>
            <a:off x="87840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eam">
    <p:bg>
      <p:bgPr>
        <a:solidFill>
          <a:srgbClr val="FFFFFF"/>
        </a:solidFill>
      </p:bgPr>
    </p:bg>
    <p:spTree>
      <p:nvGrpSpPr>
        <p:cNvPr id="1" name=""/>
        <p:cNvGrpSpPr/>
        <p:nvPr/>
      </p:nvGrpSpPr>
      <p:grpSpPr>
        <a:xfrm>
          <a:off x="0" y="0"/>
          <a:ext cx="0" cy="0"/>
          <a:chOff x="0" y="0"/>
          <a:chExt cx="0" cy="0"/>
        </a:xfrm>
      </p:grpSpPr>
      <p:grpSp>
        <p:nvGrpSpPr>
          <p:cNvPr id="408" name="Group 43"/>
          <p:cNvGrpSpPr/>
          <p:nvPr/>
        </p:nvGrpSpPr>
        <p:grpSpPr>
          <a:xfrm>
            <a:off x="0" y="-8640"/>
            <a:ext cx="12191400" cy="6867000"/>
            <a:chOff x="0" y="-8640"/>
            <a:chExt cx="12191400" cy="6867000"/>
          </a:xfrm>
        </p:grpSpPr>
        <p:cxnSp>
          <p:nvCxnSpPr>
            <p:cNvPr id="409"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410"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411"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2"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3"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4"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5"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16"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17"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18"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419"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8D83FF00-D55D-463D-BDE9-46B4FA3E055A}"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420"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421"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3479B278-E74A-4291-AAA8-5731974AF7B0}"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422" name="PlaceHolder 1"/>
          <p:cNvSpPr>
            <a:spLocks noGrp="1"/>
          </p:cNvSpPr>
          <p:nvPr>
            <p:ph type="body"/>
          </p:nvPr>
        </p:nvSpPr>
        <p:spPr>
          <a:xfrm>
            <a:off x="535356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23" name="PlaceHolder 2"/>
          <p:cNvSpPr>
            <a:spLocks noGrp="1"/>
          </p:cNvSpPr>
          <p:nvPr>
            <p:ph type="body"/>
          </p:nvPr>
        </p:nvSpPr>
        <p:spPr>
          <a:xfrm>
            <a:off x="311580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24" name="PlaceHolder 3"/>
          <p:cNvSpPr>
            <a:spLocks noGrp="1"/>
          </p:cNvSpPr>
          <p:nvPr>
            <p:ph type="body"/>
          </p:nvPr>
        </p:nvSpPr>
        <p:spPr>
          <a:xfrm>
            <a:off x="760248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25" name="PlaceHolder 4"/>
          <p:cNvSpPr>
            <a:spLocks noGrp="1"/>
          </p:cNvSpPr>
          <p:nvPr>
            <p:ph type="body"/>
          </p:nvPr>
        </p:nvSpPr>
        <p:spPr>
          <a:xfrm>
            <a:off x="983988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26" name="PlaceHolder 5"/>
          <p:cNvSpPr>
            <a:spLocks noGrp="1"/>
          </p:cNvSpPr>
          <p:nvPr>
            <p:ph type="title"/>
          </p:nvPr>
        </p:nvSpPr>
        <p:spPr>
          <a:xfrm>
            <a:off x="432000" y="647640"/>
            <a:ext cx="11339280" cy="6994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800" b="1" u="none" strike="noStrike">
                <a:solidFill>
                  <a:schemeClr val="dk1"/>
                </a:solidFill>
                <a:effectLst/>
                <a:uFillTx/>
                <a:latin typeface="Trebuchet MS"/>
              </a:defRPr>
            </a:lvl1pPr>
          </a:lstStyle>
          <a:p>
            <a:pPr indent="0" algn="ctr" defTabSz="457200">
              <a:lnSpc>
                <a:spcPct val="100000"/>
              </a:lnSpc>
              <a:buNone/>
              <a:tabLst>
                <a:tab pos="0" algn="l"/>
              </a:tabLst>
            </a:pPr>
            <a:r>
              <a:rPr lang="en-US" sz="4800" b="1" u="none" strike="noStrike">
                <a:solidFill>
                  <a:schemeClr val="dk1"/>
                </a:solidFill>
                <a:effectLst/>
                <a:uFillTx/>
                <a:latin typeface="Trebuchet MS"/>
              </a:rPr>
              <a:t>Click to edit Master title style</a:t>
            </a:r>
            <a:endParaRPr lang="en-US" sz="4800" b="1" u="none" strike="noStrike">
              <a:solidFill>
                <a:schemeClr val="dk1"/>
              </a:solidFill>
              <a:effectLst/>
              <a:uFillTx/>
              <a:latin typeface="Trebuchet MS"/>
            </a:endParaRPr>
          </a:p>
        </p:txBody>
      </p:sp>
      <p:sp>
        <p:nvSpPr>
          <p:cNvPr id="427" name="Hexagon 8"/>
          <p:cNvSpPr/>
          <p:nvPr/>
        </p:nvSpPr>
        <p:spPr>
          <a:xfrm>
            <a:off x="546840" y="3467520"/>
            <a:ext cx="457560" cy="39420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28" name="Hexagon 9"/>
          <p:cNvSpPr/>
          <p:nvPr/>
        </p:nvSpPr>
        <p:spPr>
          <a:xfrm>
            <a:off x="11113200" y="2394720"/>
            <a:ext cx="357840" cy="308160"/>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29" name="Hexagon 10"/>
          <p:cNvSpPr/>
          <p:nvPr/>
        </p:nvSpPr>
        <p:spPr>
          <a:xfrm>
            <a:off x="10882800" y="2202120"/>
            <a:ext cx="230040" cy="198000"/>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30" name="PlaceHolder 6"/>
          <p:cNvSpPr>
            <a:spLocks noGrp="1"/>
          </p:cNvSpPr>
          <p:nvPr>
            <p:ph type="body"/>
          </p:nvPr>
        </p:nvSpPr>
        <p:spPr>
          <a:xfrm>
            <a:off x="5468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1" name="PlaceHolder 7"/>
          <p:cNvSpPr>
            <a:spLocks noGrp="1"/>
          </p:cNvSpPr>
          <p:nvPr>
            <p:ph type="body"/>
          </p:nvPr>
        </p:nvSpPr>
        <p:spPr>
          <a:xfrm>
            <a:off x="55656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32" name="PlaceHolder 8"/>
          <p:cNvSpPr>
            <a:spLocks noGrp="1"/>
          </p:cNvSpPr>
          <p:nvPr>
            <p:ph type="body"/>
          </p:nvPr>
        </p:nvSpPr>
        <p:spPr>
          <a:xfrm>
            <a:off x="27896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3" name="PlaceHolder 9"/>
          <p:cNvSpPr>
            <a:spLocks noGrp="1"/>
          </p:cNvSpPr>
          <p:nvPr>
            <p:ph type="body"/>
          </p:nvPr>
        </p:nvSpPr>
        <p:spPr>
          <a:xfrm>
            <a:off x="27896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34" name="PlaceHolder 10"/>
          <p:cNvSpPr>
            <a:spLocks noGrp="1"/>
          </p:cNvSpPr>
          <p:nvPr>
            <p:ph type="body"/>
          </p:nvPr>
        </p:nvSpPr>
        <p:spPr>
          <a:xfrm>
            <a:off x="50324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5" name="PlaceHolder 11"/>
          <p:cNvSpPr>
            <a:spLocks noGrp="1"/>
          </p:cNvSpPr>
          <p:nvPr>
            <p:ph type="body"/>
          </p:nvPr>
        </p:nvSpPr>
        <p:spPr>
          <a:xfrm>
            <a:off x="502920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36" name="PlaceHolder 12"/>
          <p:cNvSpPr>
            <a:spLocks noGrp="1"/>
          </p:cNvSpPr>
          <p:nvPr>
            <p:ph type="body"/>
          </p:nvPr>
        </p:nvSpPr>
        <p:spPr>
          <a:xfrm>
            <a:off x="72752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7" name="PlaceHolder 13"/>
          <p:cNvSpPr>
            <a:spLocks noGrp="1"/>
          </p:cNvSpPr>
          <p:nvPr>
            <p:ph type="body"/>
          </p:nvPr>
        </p:nvSpPr>
        <p:spPr>
          <a:xfrm>
            <a:off x="72752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38" name="PlaceHolder 14"/>
          <p:cNvSpPr>
            <a:spLocks noGrp="1"/>
          </p:cNvSpPr>
          <p:nvPr>
            <p:ph type="body"/>
          </p:nvPr>
        </p:nvSpPr>
        <p:spPr>
          <a:xfrm>
            <a:off x="95180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9" name="PlaceHolder 15"/>
          <p:cNvSpPr>
            <a:spLocks noGrp="1"/>
          </p:cNvSpPr>
          <p:nvPr>
            <p:ph type="body"/>
          </p:nvPr>
        </p:nvSpPr>
        <p:spPr>
          <a:xfrm>
            <a:off x="95180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40" name="PlaceHolder 16"/>
          <p:cNvSpPr>
            <a:spLocks noGrp="1"/>
          </p:cNvSpPr>
          <p:nvPr>
            <p:ph type="body"/>
          </p:nvPr>
        </p:nvSpPr>
        <p:spPr>
          <a:xfrm>
            <a:off x="87840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493" name="PlaceHolder 1"/>
          <p:cNvSpPr>
            <a:spLocks noGrp="1"/>
          </p:cNvSpPr>
          <p:nvPr>
            <p:ph type="title"/>
          </p:nvPr>
        </p:nvSpPr>
        <p:spPr>
          <a:xfrm>
            <a:off x="432000" y="642960"/>
            <a:ext cx="11339280" cy="709200"/>
          </a:xfrm>
          <a:prstGeom prst="rect">
            <a:avLst/>
          </a:prstGeom>
          <a:noFill/>
          <a:ln w="0">
            <a:noFill/>
          </a:ln>
        </p:spPr>
        <p:txBody>
          <a:bodyPr lIns="0" tIns="0" rIns="0" bIns="0" anchor="ctr">
            <a:spAutoFit/>
          </a:bodyPr>
          <a:p>
            <a:pPr indent="0" algn="ctr" defTabSz="457200">
              <a:buNone/>
              <a:tabLst>
                <a:tab pos="0" algn="l"/>
              </a:tabLst>
            </a:pPr>
            <a:endParaRPr lang="en-US" sz="4800" b="1" u="none" strike="noStrike">
              <a:solidFill>
                <a:schemeClr val="dk1"/>
              </a:solidFill>
              <a:effectLst/>
              <a:uFillTx/>
              <a:latin typeface="Trebuchet MS"/>
            </a:endParaRPr>
          </a:p>
        </p:txBody>
      </p:sp>
      <p:sp>
        <p:nvSpPr>
          <p:cNvPr id="494" name="PlaceHolder 2"/>
          <p:cNvSpPr>
            <a:spLocks noGrp="1"/>
          </p:cNvSpPr>
          <p:nvPr>
            <p:ph type="subTitle"/>
          </p:nvPr>
        </p:nvSpPr>
        <p:spPr>
          <a:xfrm>
            <a:off x="5353560" y="2511720"/>
            <a:ext cx="1484280" cy="1367640"/>
          </a:xfrm>
          <a:prstGeom prst="rect">
            <a:avLst/>
          </a:prstGeom>
          <a:noFill/>
          <a:ln w="0">
            <a:noFill/>
          </a:ln>
        </p:spPr>
        <p:txBody>
          <a:bodyPr lIns="0" tIns="0" rIns="0" bIns="0" anchor="ctr">
            <a:spAutoFit/>
          </a:bodyPr>
          <a:p>
            <a:pPr indent="0" algn="ctr">
              <a:buNone/>
            </a:pPr>
            <a:endParaRPr lang="en-IN" sz="32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5" Type="http://schemas.openxmlformats.org/officeDocument/2006/relationships/slideLayout" Target="../slideLayouts/slideLayout21.xml"/><Relationship Id="rId6" Type="http://schemas.openxmlformats.org/officeDocument/2006/relationships/slideLayout" Target="../slideLayouts/slideLayout22.xml"/>
</Relationships>
</file>

<file path=ppt/slideMasters/_rels/slideMaster22.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2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 name="Group 43"/>
          <p:cNvGrpSpPr/>
          <p:nvPr/>
        </p:nvGrpSpPr>
        <p:grpSpPr>
          <a:xfrm>
            <a:off x="0" y="-8640"/>
            <a:ext cx="12191400" cy="6867000"/>
            <a:chOff x="0" y="-8640"/>
            <a:chExt cx="12191400" cy="6867000"/>
          </a:xfrm>
        </p:grpSpPr>
        <p:cxnSp>
          <p:nvCxnSpPr>
            <p:cNvPr id="3"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4"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1"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13" name="Date Placeholder 3" hidden="1"/>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B6F7814A-F5C3-4906-8024-FB9D4E3E7925}"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14" name="Footer Placeholder 4" hidden="1"/>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5" name="Slide Number Placeholder 5" hidden="1"/>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135FF916-C50A-4790-A259-1CE2F3AF9D6F}"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grpSp>
        <p:nvGrpSpPr>
          <p:cNvPr id="16" name="Group 15"/>
          <p:cNvGrpSpPr/>
          <p:nvPr/>
        </p:nvGrpSpPr>
        <p:grpSpPr>
          <a:xfrm>
            <a:off x="0" y="-8640"/>
            <a:ext cx="12191400" cy="6867000"/>
            <a:chOff x="0" y="-8640"/>
            <a:chExt cx="12191400" cy="6867000"/>
          </a:xfrm>
        </p:grpSpPr>
        <p:sp>
          <p:nvSpPr>
            <p:cNvPr id="17" name="Freeform 14"/>
            <p:cNvSpPr/>
            <p:nvPr/>
          </p:nvSpPr>
          <p:spPr>
            <a:xfrm>
              <a:off x="0" y="-7920"/>
              <a:ext cx="862920" cy="5697360"/>
            </a:xfrm>
            <a:custGeom>
              <a:avLst/>
              <a:gdLst>
                <a:gd name="textAreaLeft" fmla="*/ 0 w 862920"/>
                <a:gd name="textAreaRight" fmla="*/ 863640 w 862920"/>
                <a:gd name="textAreaTop" fmla="*/ 0 h 5697360"/>
                <a:gd name="textAreaBottom" fmla="*/ 5698080 h 5697360"/>
              </a:gdLst>
              <a:ahLst/>
              <a:cxnLst/>
              <a:rect l="textAreaLeft" t="textAreaTop" r="textAreaRight" b="textAreaBottom"/>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cxnSp>
          <p:nvCxnSpPr>
            <p:cNvPr id="18" name="Straight Connector 18"/>
            <p:cNvCxnSpPr/>
            <p:nvPr/>
          </p:nvCxnSpPr>
          <p:spPr>
            <a:xfrm>
              <a:off x="9370800" y="0"/>
              <a:ext cx="1220040" cy="6858720"/>
            </a:xfrm>
            <a:prstGeom prst="straightConnector1">
              <a:avLst/>
            </a:prstGeom>
            <a:ln cap="rnd" w="9525">
              <a:solidFill>
                <a:schemeClr val="accent1">
                  <a:alpha val="70000"/>
                </a:schemeClr>
              </a:solidFill>
              <a:round/>
            </a:ln>
          </p:spPr>
        </p:cxnSp>
        <p:cxnSp>
          <p:nvCxnSpPr>
            <p:cNvPr id="19" name="Straight Connector 19"/>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2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2" name="Isosceles Triangle 22"/>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6" name="Isosceles Triangle 26"/>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27" name="PlaceHolder 1"/>
          <p:cNvSpPr>
            <a:spLocks noGrp="1"/>
          </p:cNvSpPr>
          <p:nvPr>
            <p:ph type="title"/>
          </p:nvPr>
        </p:nvSpPr>
        <p:spPr>
          <a:xfrm>
            <a:off x="432000" y="585720"/>
            <a:ext cx="11339280" cy="823320"/>
          </a:xfrm>
          <a:prstGeom prst="rect">
            <a:avLst/>
          </a:prstGeom>
          <a:noFill/>
          <a:ln w="0">
            <a:noFill/>
          </a:ln>
        </p:spPr>
        <p:txBody>
          <a:bodyPr lIns="0" tIns="0" rIns="0" bIns="0" anchor="ctr">
            <a:spAutoFit/>
          </a:bodyPr>
          <a:lstStyle>
            <a:lvl1pPr indent="0" algn="l" defTabSz="457200">
              <a:buNone/>
              <a:tabLst>
                <a:tab pos="0" algn="l"/>
              </a:tabLst>
              <a:defRPr lang="en-US" sz="5400" b="0" u="none" strike="noStrike">
                <a:solidFill>
                  <a:schemeClr val="accent1"/>
                </a:solidFill>
                <a:effectLst/>
                <a:uFillTx/>
                <a:latin typeface="Trebuchet MS"/>
              </a:defRPr>
            </a:lvl1pPr>
          </a:lstStyle>
          <a:p>
            <a:pPr indent="0" algn="l" defTabSz="457200">
              <a:buNone/>
              <a:tabLst>
                <a:tab pos="0" algn="l"/>
              </a:tabLst>
            </a:pPr>
            <a:r>
              <a:rPr lang="en-US" sz="5400" b="0" u="none" strike="noStrike">
                <a:solidFill>
                  <a:schemeClr val="accent1"/>
                </a:solidFill>
                <a:effectLst/>
                <a:uFillTx/>
                <a:latin typeface="Trebuchet MS"/>
              </a:rPr>
              <a:t>Click to edit the title text format</a:t>
            </a:r>
            <a:endParaRPr lang="en-US" sz="5400" b="0" u="none" strike="noStrike">
              <a:solidFill>
                <a:schemeClr val="accent1"/>
              </a:solidFill>
              <a:effectLst/>
              <a:uFillTx/>
              <a:latin typeface="Trebuchet MS"/>
            </a:endParaRPr>
          </a:p>
        </p:txBody>
      </p:sp>
      <p:sp>
        <p:nvSpPr>
          <p:cNvPr id="28" name="PlaceHolder 2"/>
          <p:cNvSpPr>
            <a:spLocks noGrp="1"/>
          </p:cNvSpPr>
          <p:nvPr>
            <p:ph type="ftr" idx="1"/>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9" name="PlaceHolder 3"/>
          <p:cNvSpPr>
            <a:spLocks noGrp="1"/>
          </p:cNvSpPr>
          <p:nvPr>
            <p:ph type="sldNum" idx="2"/>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BF3C2053-DF95-4DAD-A591-38D4BF57FFB9}" type="slidenum">
              <a:rPr lang="en-US" sz="900" b="0" u="none" strike="noStrike">
                <a:solidFill>
                  <a:schemeClr val="accent1"/>
                </a:solidFill>
                <a:effectLst/>
                <a:uFillTx/>
                <a:latin typeface="Trebuchet MS"/>
              </a:rPr>
              <a:t>&lt;number&gt;</a:t>
            </a:fld>
            <a:endParaRPr lang="en-IN" sz="900" b="0" u="none" strike="noStrike">
              <a:solidFill>
                <a:srgbClr val="000000"/>
              </a:solidFill>
              <a:effectLst/>
              <a:uFillTx/>
              <a:latin typeface="Times New Roman"/>
            </a:endParaRPr>
          </a:p>
        </p:txBody>
      </p:sp>
      <p:sp>
        <p:nvSpPr>
          <p:cNvPr id="30" name="PlaceHolder 4"/>
          <p:cNvSpPr>
            <a:spLocks noGrp="1"/>
          </p:cNvSpPr>
          <p:nvPr>
            <p:ph type="dt" idx="3"/>
          </p:nvPr>
        </p:nvSpPr>
        <p:spPr>
          <a:xfrm>
            <a:off x="7205040" y="6041520"/>
            <a:ext cx="911160" cy="36432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31"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IN"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IN"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IN"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IN"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IN"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IN"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IN" sz="3200" b="0" u="none" strike="noStrike">
                <a:solidFill>
                  <a:srgbClr val="000000"/>
                </a:solidFill>
                <a:effectLst/>
                <a:uFillTx/>
                <a:latin typeface="Arial"/>
              </a:rPr>
              <a:t>Click to edit the outline text format</a:t>
            </a:r>
            <a:endParaRPr lang="en-IN"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IN" sz="2000" b="0" u="none" strike="noStrike">
                <a:solidFill>
                  <a:srgbClr val="000000"/>
                </a:solidFill>
                <a:effectLst/>
                <a:uFillTx/>
                <a:latin typeface="Arial"/>
              </a:rPr>
              <a:t>Fourth Outline Level</a:t>
            </a:r>
            <a:endParaRPr lang="en-IN"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IN" sz="2000" b="0" u="none" strike="noStrike">
                <a:solidFill>
                  <a:srgbClr val="000000"/>
                </a:solidFill>
                <a:effectLst/>
                <a:uFillTx/>
                <a:latin typeface="Arial"/>
              </a:rPr>
              <a:t>Fifth Outline Level</a:t>
            </a:r>
            <a:endParaRPr lang="en-IN"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IN" sz="2000" b="0" u="none" strike="noStrike">
                <a:solidFill>
                  <a:srgbClr val="000000"/>
                </a:solidFill>
                <a:effectLst/>
                <a:uFillTx/>
                <a:latin typeface="Arial"/>
              </a:rPr>
              <a:t>Sixth Outline Level</a:t>
            </a:r>
            <a:endParaRPr lang="en-IN"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IN" sz="2000" b="0" u="none" strike="noStrike">
                <a:solidFill>
                  <a:srgbClr val="000000"/>
                </a:solidFill>
                <a:effectLst/>
                <a:uFillTx/>
                <a:latin typeface="Arial"/>
              </a:rPr>
              <a:t>Seventh Outline Level</a:t>
            </a:r>
            <a:endParaRPr lang="en-IN"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8" r:id="rId2"/>
    <p:sldLayoutId id="2147483669" r:id="rId3"/>
    <p:sldLayoutId id="2147483670" r:id="rId4"/>
    <p:sldLayoutId id="2147483671" r:id="rId5"/>
    <p:sldLayoutId id="2147483672" r:id="rId6"/>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60" name="Group 43"/>
          <p:cNvGrpSpPr/>
          <p:nvPr/>
        </p:nvGrpSpPr>
        <p:grpSpPr>
          <a:xfrm>
            <a:off x="0" y="-8640"/>
            <a:ext cx="12191400" cy="6867000"/>
            <a:chOff x="0" y="-8640"/>
            <a:chExt cx="12191400" cy="6867000"/>
          </a:xfrm>
        </p:grpSpPr>
        <p:cxnSp>
          <p:nvCxnSpPr>
            <p:cNvPr id="461" name="Straight Connector 19"/>
            <p:cNvCxnSpPr/>
            <p:nvPr/>
          </p:nvCxnSpPr>
          <p:spPr>
            <a:xfrm>
              <a:off x="9370800" y="0"/>
              <a:ext cx="1220040" cy="6858720"/>
            </a:xfrm>
            <a:prstGeom prst="straightConnector1">
              <a:avLst/>
            </a:prstGeom>
            <a:ln cap="rnd" w="9525">
              <a:solidFill>
                <a:schemeClr val="accent1">
                  <a:alpha val="70000"/>
                </a:schemeClr>
              </a:solidFill>
              <a:round/>
            </a:ln>
          </p:spPr>
        </p:cxnSp>
        <p:cxnSp>
          <p:nvCxnSpPr>
            <p:cNvPr id="462" name="Straight Connector 20"/>
            <p:cNvCxnSpPr/>
            <p:nvPr/>
          </p:nvCxnSpPr>
          <p:spPr>
            <a:xfrm flipH="1">
              <a:off x="7425000" y="3681360"/>
              <a:ext cx="4764240" cy="3177360"/>
            </a:xfrm>
            <a:prstGeom prst="straightConnector1">
              <a:avLst/>
            </a:prstGeom>
            <a:ln cap="rnd" w="9525">
              <a:solidFill>
                <a:schemeClr val="accent1">
                  <a:alpha val="70000"/>
                </a:schemeClr>
              </a:solidFill>
              <a:round/>
            </a:ln>
          </p:spPr>
        </p:cxnSp>
        <p:sp>
          <p:nvSpPr>
            <p:cNvPr id="463"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64"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65"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66"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67"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68"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469"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70"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p>
              <a:endParaRPr lang="en-IN" sz="1800" b="0" u="none" strike="noStrike">
                <a:solidFill>
                  <a:srgbClr val="000000"/>
                </a:solidFill>
                <a:effectLst/>
                <a:uFillTx/>
                <a:latin typeface="Arial"/>
              </a:endParaRPr>
            </a:p>
          </p:txBody>
        </p:sp>
      </p:grpSp>
      <p:sp>
        <p:nvSpPr>
          <p:cNvPr id="471" name="Date Placeholder 3"/>
          <p:cNvSpPr/>
          <p:nvPr/>
        </p:nvSpPr>
        <p:spPr>
          <a:xfrm>
            <a:off x="660240" y="6378840"/>
            <a:ext cx="27424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fld id="{2642C6B3-5301-43B4-AE96-E23B22479378}" type="datetime1">
              <a:rPr lang="en-US" sz="1100" b="0" u="none" strike="noStrike">
                <a:solidFill>
                  <a:schemeClr val="accent2"/>
                </a:solidFill>
                <a:effectLst/>
                <a:uFillTx/>
                <a:latin typeface="Trebuchet MS"/>
              </a:rPr>
              <a:t>08/31/2026</a:t>
            </a:fld>
            <a:endParaRPr lang="en-IN" sz="1100" b="0" u="none" strike="noStrike">
              <a:solidFill>
                <a:srgbClr val="000000"/>
              </a:solidFill>
              <a:effectLst/>
              <a:uFillTx/>
              <a:latin typeface="Arial"/>
            </a:endParaRPr>
          </a:p>
        </p:txBody>
      </p:sp>
      <p:sp>
        <p:nvSpPr>
          <p:cNvPr id="472" name="Footer Placeholder 4"/>
          <p:cNvSpPr/>
          <p:nvPr/>
        </p:nvSpPr>
        <p:spPr>
          <a:xfrm>
            <a:off x="1445400" y="6378840"/>
            <a:ext cx="4114080" cy="36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473" name="Slide Number Placeholder 5"/>
          <p:cNvSpPr/>
          <p:nvPr/>
        </p:nvSpPr>
        <p:spPr>
          <a:xfrm>
            <a:off x="8805240" y="6378840"/>
            <a:ext cx="2742480" cy="36432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pPr>
            <a:fld id="{6FDEC852-1781-4983-BDDF-294DC7F43616}" type="slidenum">
              <a:rPr lang="en-US" sz="1100" b="0" u="none" strike="noStrike">
                <a:solidFill>
                  <a:schemeClr val="accent4"/>
                </a:solidFill>
                <a:effectLst/>
                <a:uFillTx/>
                <a:latin typeface="Trebuchet MS"/>
              </a:rPr>
              <a:t>&lt;number&gt;</a:t>
            </a:fld>
            <a:endParaRPr lang="en-IN" sz="1100" b="0" u="none" strike="noStrike">
              <a:solidFill>
                <a:srgbClr val="000000"/>
              </a:solidFill>
              <a:effectLst/>
              <a:uFillTx/>
              <a:latin typeface="Arial"/>
            </a:endParaRPr>
          </a:p>
        </p:txBody>
      </p:sp>
      <p:sp>
        <p:nvSpPr>
          <p:cNvPr id="474" name="PlaceHolder 1"/>
          <p:cNvSpPr>
            <a:spLocks noGrp="1"/>
          </p:cNvSpPr>
          <p:nvPr>
            <p:ph type="body"/>
          </p:nvPr>
        </p:nvSpPr>
        <p:spPr>
          <a:xfrm>
            <a:off x="535356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75" name="PlaceHolder 2"/>
          <p:cNvSpPr>
            <a:spLocks noGrp="1"/>
          </p:cNvSpPr>
          <p:nvPr>
            <p:ph type="body"/>
          </p:nvPr>
        </p:nvSpPr>
        <p:spPr>
          <a:xfrm>
            <a:off x="311580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76" name="PlaceHolder 3"/>
          <p:cNvSpPr>
            <a:spLocks noGrp="1"/>
          </p:cNvSpPr>
          <p:nvPr>
            <p:ph type="body"/>
          </p:nvPr>
        </p:nvSpPr>
        <p:spPr>
          <a:xfrm>
            <a:off x="760248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77" name="PlaceHolder 4"/>
          <p:cNvSpPr>
            <a:spLocks noGrp="1"/>
          </p:cNvSpPr>
          <p:nvPr>
            <p:ph type="body"/>
          </p:nvPr>
        </p:nvSpPr>
        <p:spPr>
          <a:xfrm>
            <a:off x="983988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
        <p:nvSpPr>
          <p:cNvPr id="478" name="PlaceHolder 5"/>
          <p:cNvSpPr>
            <a:spLocks noGrp="1"/>
          </p:cNvSpPr>
          <p:nvPr>
            <p:ph type="title"/>
          </p:nvPr>
        </p:nvSpPr>
        <p:spPr>
          <a:xfrm>
            <a:off x="432000" y="647640"/>
            <a:ext cx="11339280" cy="6994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800" b="1" u="none" strike="noStrike">
                <a:solidFill>
                  <a:schemeClr val="dk1"/>
                </a:solidFill>
                <a:effectLst/>
                <a:uFillTx/>
                <a:latin typeface="Trebuchet MS"/>
              </a:defRPr>
            </a:lvl1pPr>
          </a:lstStyle>
          <a:p>
            <a:pPr indent="0" algn="ctr" defTabSz="457200">
              <a:lnSpc>
                <a:spcPct val="100000"/>
              </a:lnSpc>
              <a:buNone/>
              <a:tabLst>
                <a:tab pos="0" algn="l"/>
              </a:tabLst>
            </a:pPr>
            <a:r>
              <a:rPr lang="en-US" sz="4800" b="1" u="none" strike="noStrike">
                <a:solidFill>
                  <a:schemeClr val="dk1"/>
                </a:solidFill>
                <a:effectLst/>
                <a:uFillTx/>
                <a:latin typeface="Trebuchet MS"/>
              </a:rPr>
              <a:t>Click to edit Master title style</a:t>
            </a:r>
            <a:endParaRPr lang="en-US" sz="4800" b="1" u="none" strike="noStrike">
              <a:solidFill>
                <a:schemeClr val="dk1"/>
              </a:solidFill>
              <a:effectLst/>
              <a:uFillTx/>
              <a:latin typeface="Trebuchet MS"/>
            </a:endParaRPr>
          </a:p>
        </p:txBody>
      </p:sp>
      <p:sp>
        <p:nvSpPr>
          <p:cNvPr id="479" name="Hexagon 8"/>
          <p:cNvSpPr/>
          <p:nvPr/>
        </p:nvSpPr>
        <p:spPr>
          <a:xfrm>
            <a:off x="546840" y="3467520"/>
            <a:ext cx="457560" cy="39420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80" name="Hexagon 9"/>
          <p:cNvSpPr/>
          <p:nvPr/>
        </p:nvSpPr>
        <p:spPr>
          <a:xfrm>
            <a:off x="11113200" y="2394720"/>
            <a:ext cx="357840" cy="308160"/>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81" name="Hexagon 10"/>
          <p:cNvSpPr/>
          <p:nvPr/>
        </p:nvSpPr>
        <p:spPr>
          <a:xfrm>
            <a:off x="10882800" y="2202120"/>
            <a:ext cx="230040" cy="198000"/>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Trebuchet MS"/>
            </a:endParaRPr>
          </a:p>
        </p:txBody>
      </p:sp>
      <p:sp>
        <p:nvSpPr>
          <p:cNvPr id="482" name="PlaceHolder 6"/>
          <p:cNvSpPr>
            <a:spLocks noGrp="1"/>
          </p:cNvSpPr>
          <p:nvPr>
            <p:ph type="body"/>
          </p:nvPr>
        </p:nvSpPr>
        <p:spPr>
          <a:xfrm>
            <a:off x="5468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83" name="PlaceHolder 7"/>
          <p:cNvSpPr>
            <a:spLocks noGrp="1"/>
          </p:cNvSpPr>
          <p:nvPr>
            <p:ph type="body"/>
          </p:nvPr>
        </p:nvSpPr>
        <p:spPr>
          <a:xfrm>
            <a:off x="55656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84" name="PlaceHolder 8"/>
          <p:cNvSpPr>
            <a:spLocks noGrp="1"/>
          </p:cNvSpPr>
          <p:nvPr>
            <p:ph type="body"/>
          </p:nvPr>
        </p:nvSpPr>
        <p:spPr>
          <a:xfrm>
            <a:off x="27896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85" name="PlaceHolder 9"/>
          <p:cNvSpPr>
            <a:spLocks noGrp="1"/>
          </p:cNvSpPr>
          <p:nvPr>
            <p:ph type="body"/>
          </p:nvPr>
        </p:nvSpPr>
        <p:spPr>
          <a:xfrm>
            <a:off x="27896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86" name="PlaceHolder 10"/>
          <p:cNvSpPr>
            <a:spLocks noGrp="1"/>
          </p:cNvSpPr>
          <p:nvPr>
            <p:ph type="body"/>
          </p:nvPr>
        </p:nvSpPr>
        <p:spPr>
          <a:xfrm>
            <a:off x="50324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87" name="PlaceHolder 11"/>
          <p:cNvSpPr>
            <a:spLocks noGrp="1"/>
          </p:cNvSpPr>
          <p:nvPr>
            <p:ph type="body"/>
          </p:nvPr>
        </p:nvSpPr>
        <p:spPr>
          <a:xfrm>
            <a:off x="502920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88" name="PlaceHolder 12"/>
          <p:cNvSpPr>
            <a:spLocks noGrp="1"/>
          </p:cNvSpPr>
          <p:nvPr>
            <p:ph type="body"/>
          </p:nvPr>
        </p:nvSpPr>
        <p:spPr>
          <a:xfrm>
            <a:off x="72752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89" name="PlaceHolder 13"/>
          <p:cNvSpPr>
            <a:spLocks noGrp="1"/>
          </p:cNvSpPr>
          <p:nvPr>
            <p:ph type="body"/>
          </p:nvPr>
        </p:nvSpPr>
        <p:spPr>
          <a:xfrm>
            <a:off x="72752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90" name="PlaceHolder 14"/>
          <p:cNvSpPr>
            <a:spLocks noGrp="1"/>
          </p:cNvSpPr>
          <p:nvPr>
            <p:ph type="body"/>
          </p:nvPr>
        </p:nvSpPr>
        <p:spPr>
          <a:xfrm>
            <a:off x="95180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91" name="PlaceHolder 15"/>
          <p:cNvSpPr>
            <a:spLocks noGrp="1"/>
          </p:cNvSpPr>
          <p:nvPr>
            <p:ph type="body"/>
          </p:nvPr>
        </p:nvSpPr>
        <p:spPr>
          <a:xfrm>
            <a:off x="95180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endParaRPr lang="en-US" sz="1600" b="0" u="none" strike="noStrike">
              <a:solidFill>
                <a:schemeClr val="dk1"/>
              </a:solidFill>
              <a:effectLst/>
              <a:uFillTx/>
              <a:latin typeface="Trebuchet MS"/>
            </a:endParaRPr>
          </a:p>
        </p:txBody>
      </p:sp>
      <p:sp>
        <p:nvSpPr>
          <p:cNvPr id="492" name="PlaceHolder 16"/>
          <p:cNvSpPr>
            <a:spLocks noGrp="1"/>
          </p:cNvSpPr>
          <p:nvPr>
            <p:ph type="body"/>
          </p:nvPr>
        </p:nvSpPr>
        <p:spPr>
          <a:xfrm>
            <a:off x="87840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solidFill>
              <a:effectLst/>
              <a:uFillTx/>
              <a:latin typeface="Trebuchet MS"/>
            </a:endParaRPr>
          </a:p>
        </p:txBody>
      </p:sp>
    </p:spTree>
  </p:cSld>
  <p:clrMap bg1="lt1" tx1="dk1" bg2="lt2" tx2="dk2" accent1="accent1" accent2="accent2" accent3="accent3" accent4="accent4" accent5="accent5" accent6="accent6" hlink="hlink" folHlink="folHlink"/>
  <p:sldLayoutIdLst>
    <p:sldLayoutId id="2147483674"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8.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jpeg"/><Relationship Id="rId3" Type="http://schemas.openxmlformats.org/officeDocument/2006/relationships/slideLayout" Target="../slideLayouts/slideLayout20.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3.png"/><Relationship Id="rId3" Type="http://schemas.openxmlformats.org/officeDocument/2006/relationships/slideLayout" Target="../slideLayouts/slideLayout20.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0.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19.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slideLayout" Target="../slideLayouts/slideLayout20.xml"/>
</Relationships>
</file>

<file path=ppt/slides/_rels/slide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p:nvPr>
        </p:nvSpPr>
        <p:spPr>
          <a:xfrm>
            <a:off x="6480000" y="4359240"/>
            <a:ext cx="3399480" cy="860760"/>
          </a:xfrm>
          <a:prstGeom prst="rect">
            <a:avLst/>
          </a:prstGeom>
          <a:noFill/>
          <a:ln w="0">
            <a:noFill/>
          </a:ln>
        </p:spPr>
        <p:txBody>
          <a:bodyPr lIns="91440" tIns="45720" rIns="91440" bIns="45720" anchor="t">
            <a:noAutofit/>
          </a:bodyPr>
          <a:p>
            <a:pPr indent="0" algn="r" defTabSz="457200">
              <a:lnSpc>
                <a:spcPct val="100000"/>
              </a:lnSpc>
              <a:spcBef>
                <a:spcPts val="1001"/>
              </a:spcBef>
              <a:buNone/>
              <a:tabLst>
                <a:tab pos="0" algn="l"/>
              </a:tabLst>
            </a:pPr>
            <a:r>
              <a:rPr lang="en-US" sz="2000" b="0" u="none" strike="noStrike">
                <a:solidFill>
                  <a:schemeClr val="dk1"/>
                </a:solidFill>
                <a:effectLst/>
                <a:uFillTx/>
                <a:latin typeface="Trebuchet MS"/>
              </a:rPr>
              <a:t>- Student Name –     </a:t>
            </a:r>
            <a:endParaRPr lang="en-US" sz="2000" b="0" u="none" strike="noStrike">
              <a:solidFill>
                <a:schemeClr val="dk1"/>
              </a:solidFill>
              <a:effectLst/>
              <a:uFillTx/>
              <a:latin typeface="Trebuchet MS"/>
            </a:endParaRPr>
          </a:p>
          <a:p>
            <a:pPr indent="0" algn="r" defTabSz="457200">
              <a:lnSpc>
                <a:spcPct val="100000"/>
              </a:lnSpc>
              <a:spcBef>
                <a:spcPts val="1001"/>
              </a:spcBef>
              <a:buNone/>
              <a:tabLst>
                <a:tab pos="0" algn="l"/>
              </a:tabLst>
            </a:pPr>
            <a:r>
              <a:rPr lang="en-US" sz="2000" b="0" u="none" strike="noStrike">
                <a:solidFill>
                  <a:schemeClr val="dk1"/>
                </a:solidFill>
                <a:effectLst/>
                <a:uFillTx/>
                <a:latin typeface="Trebuchet MS"/>
              </a:rPr>
              <a:t> TUMMALA SASI VARDHAN</a:t>
            </a:r>
            <a:endParaRPr lang="en-US" sz="2000" b="0" u="none" strike="noStrike">
              <a:solidFill>
                <a:schemeClr val="dk1"/>
              </a:solidFill>
              <a:effectLst/>
              <a:uFillTx/>
              <a:latin typeface="Trebuchet MS"/>
            </a:endParaRPr>
          </a:p>
        </p:txBody>
      </p:sp>
      <p:sp>
        <p:nvSpPr>
          <p:cNvPr id="502" name="PlaceHolder 2"/>
          <p:cNvSpPr>
            <a:spLocks noGrp="1"/>
          </p:cNvSpPr>
          <p:nvPr>
            <p:ph type="title"/>
          </p:nvPr>
        </p:nvSpPr>
        <p:spPr>
          <a:xfrm>
            <a:off x="6312960" y="2050560"/>
            <a:ext cx="4997880" cy="742680"/>
          </a:xfrm>
          <a:prstGeom prst="rect">
            <a:avLst/>
          </a:prstGeom>
          <a:noFill/>
          <a:ln w="0">
            <a:noFill/>
          </a:ln>
        </p:spPr>
        <p:txBody>
          <a:bodyPr lIns="91440" tIns="45720" rIns="91440" bIns="45720" anchor="t">
            <a:normAutofit fontScale="77500" lnSpcReduction="19999"/>
          </a:bodyPr>
          <a:p>
            <a:pPr indent="0" algn="l" defTabSz="457200">
              <a:lnSpc>
                <a:spcPct val="100000"/>
              </a:lnSpc>
              <a:spcBef>
                <a:spcPts val="1191"/>
              </a:spcBef>
              <a:spcAft>
                <a:spcPts val="992"/>
              </a:spcAft>
              <a:buNone/>
              <a:tabLst>
                <a:tab pos="0" algn="l"/>
              </a:tabLst>
            </a:pPr>
            <a:r>
              <a:rPr lang="en-GB" sz="3200" b="0" u="none" strike="noStrike">
                <a:solidFill>
                  <a:schemeClr val="dk1"/>
                </a:solidFill>
                <a:effectLst/>
                <a:uFillTx/>
                <a:latin typeface="Trebuchet MS"/>
              </a:rPr>
              <a:t>       - Project Title -</a:t>
            </a:r>
            <a:br>
              <a:rPr sz="3200"/>
            </a:br>
            <a:r>
              <a:rPr lang="en-GB" sz="3200" b="0" u="none" strike="noStrike">
                <a:solidFill>
                  <a:schemeClr val="dk1"/>
                </a:solidFill>
                <a:effectLst/>
                <a:uFillTx/>
                <a:latin typeface="Trebuchet MS"/>
              </a:rPr>
              <a:t>Car Market Trends Analysis </a:t>
            </a:r>
            <a:endParaRPr lang="en-US" sz="3200" b="0" u="none" strike="noStrike">
              <a:solidFill>
                <a:schemeClr val="dk1"/>
              </a:solidFill>
              <a:effectLst/>
              <a:uFillTx/>
              <a:latin typeface="Trebuchet MS"/>
            </a:endParaRPr>
          </a:p>
        </p:txBody>
      </p:sp>
      <p:sp>
        <p:nvSpPr>
          <p:cNvPr id="503" name="Text Placeholder 1"/>
          <p:cNvSpPr/>
          <p:nvPr/>
        </p:nvSpPr>
        <p:spPr>
          <a:xfrm>
            <a:off x="6400800" y="2793960"/>
            <a:ext cx="3311280" cy="860760"/>
          </a:xfrm>
          <a:prstGeom prst="rect">
            <a:avLst/>
          </a:prstGeom>
          <a:noFill/>
          <a:ln w="0">
            <a:noFill/>
          </a:ln>
        </p:spPr>
        <p:style>
          <a:lnRef idx="0"/>
          <a:fillRef idx="0"/>
          <a:effectRef idx="0"/>
          <a:fontRef idx="minor"/>
        </p:style>
        <p:txBody>
          <a:bodyPr lIns="90000" tIns="45000" rIns="90000" bIns="45000" anchor="t">
            <a:normAutofit/>
          </a:bodyPr>
          <a:p>
            <a:pPr defTabSz="457200">
              <a:lnSpc>
                <a:spcPct val="100000"/>
              </a:lnSpc>
              <a:spcBef>
                <a:spcPts val="1001"/>
              </a:spcBef>
              <a:tabLst>
                <a:tab pos="0" algn="l"/>
              </a:tabLst>
            </a:pPr>
            <a:endParaRPr lang="en-GB" sz="2400" b="1" u="none" strike="noStrike">
              <a:solidFill>
                <a:schemeClr val="accent4"/>
              </a:solidFill>
              <a:effectLst/>
              <a:uFillTx/>
              <a:latin typeface="Trebuchet MS"/>
            </a:endParaRPr>
          </a:p>
        </p:txBody>
      </p:sp>
      <p:pic>
        <p:nvPicPr>
          <p:cNvPr id="504" name="Picture 5"/>
          <p:cNvPicPr/>
          <p:nvPr/>
        </p:nvPicPr>
        <p:blipFill>
          <a:blip r:embed="rId1"/>
          <a:srcRect l="0" t="96179" r="0" b="0"/>
          <a:stretch/>
        </p:blipFill>
        <p:spPr>
          <a:xfrm>
            <a:off x="676080" y="6472080"/>
            <a:ext cx="2142360" cy="192240"/>
          </a:xfrm>
          <a:prstGeom prst="rect">
            <a:avLst/>
          </a:prstGeom>
          <a:noFill/>
          <a:ln w="0">
            <a:noFill/>
          </a:ln>
        </p:spPr>
      </p:pic>
      <p:sp>
        <p:nvSpPr>
          <p:cNvPr id="505" name=""/>
          <p:cNvSpPr/>
          <p:nvPr/>
        </p:nvSpPr>
        <p:spPr>
          <a:xfrm>
            <a:off x="6480000" y="3240000"/>
            <a:ext cx="3779640" cy="9432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1800" b="0" u="none" strike="noStrike">
                <a:solidFill>
                  <a:srgbClr val="000000"/>
                </a:solidFill>
                <a:effectLst/>
                <a:uFillTx/>
                <a:latin typeface="Arial"/>
              </a:rPr>
              <a:t>           - AICTE Student ID -  </a:t>
            </a:r>
            <a:r>
              <a:rPr lang="en-IN" sz="1800" b="0" u="none" strike="noStrike">
                <a:solidFill>
                  <a:srgbClr val="000000"/>
                </a:solidFill>
                <a:effectLst/>
                <a:uFillTx/>
                <a:latin typeface="Arial"/>
              </a:rPr>
              <a:t>	</a:t>
            </a:r>
            <a:r>
              <a:rPr lang="en-IN" sz="1800" b="0" u="none" strike="noStrike">
                <a:solidFill>
                  <a:srgbClr val="000000"/>
                </a:solidFill>
                <a:effectLst/>
                <a:uFillTx/>
                <a:latin typeface="Arial"/>
              </a:rPr>
              <a:t>	</a:t>
            </a:r>
            <a:r>
              <a:rPr lang="en-IN" sz="1800" b="0" u="none" strike="noStrike">
                <a:solidFill>
                  <a:srgbClr val="000000"/>
                </a:solidFill>
                <a:effectLst/>
                <a:uFillTx/>
                <a:latin typeface="Arial"/>
              </a:rPr>
              <a:t>        </a:t>
            </a:r>
            <a:r>
              <a:rPr lang="en-IN" sz="1500" b="0" u="none" strike="noStrike">
                <a:solidFill>
                  <a:srgbClr val="000000"/>
                </a:solidFill>
                <a:effectLst/>
                <a:uFillTx/>
                <a:latin typeface="Arial"/>
              </a:rPr>
              <a:t> STU6824a302c0a571747231490 </a:t>
            </a:r>
            <a:endParaRPr lang="en-IN" sz="1500" b="0" u="none" strike="noStrike">
              <a:solidFill>
                <a:srgbClr val="000000"/>
              </a:solidFill>
              <a:effectLst/>
              <a:uFillTx/>
              <a:latin typeface="Arial"/>
            </a:endParaRPr>
          </a:p>
          <a:p>
            <a:pPr>
              <a:lnSpc>
                <a:spcPct val="100000"/>
              </a:lnSpc>
            </a:pPr>
            <a:r>
              <a:rPr lang="en-IN" sz="1000" b="0" u="none" strike="noStrike">
                <a:solidFill>
                  <a:srgbClr val="000000"/>
                </a:solidFill>
                <a:effectLst/>
                <a:uFillTx/>
                <a:latin typeface="Arial"/>
              </a:rPr>
              <a:t>                     </a:t>
            </a:r>
            <a:r>
              <a:rPr lang="en-IN" sz="1200" b="0" u="none" strike="noStrike">
                <a:solidFill>
                  <a:srgbClr val="000000"/>
                </a:solidFill>
                <a:effectLst/>
                <a:uFillTx/>
                <a:latin typeface="Arial"/>
              </a:rPr>
              <a:t>         Internship ID :                   </a:t>
            </a:r>
            <a:endParaRPr lang="en-IN" sz="1200" b="0" u="none" strike="noStrike">
              <a:solidFill>
                <a:srgbClr val="000000"/>
              </a:solidFill>
              <a:effectLst/>
              <a:uFillTx/>
              <a:latin typeface="Arial"/>
            </a:endParaRPr>
          </a:p>
          <a:p>
            <a:pPr>
              <a:lnSpc>
                <a:spcPct val="100000"/>
              </a:lnSpc>
            </a:pPr>
            <a:r>
              <a:rPr lang="en-IN" sz="1200" b="0" u="none" strike="noStrike">
                <a:solidFill>
                  <a:srgbClr val="000000"/>
                </a:solidFill>
                <a:effectLst/>
                <a:uFillTx/>
                <a:latin typeface="Arial"/>
              </a:rPr>
              <a:t>            </a:t>
            </a:r>
            <a:r>
              <a:rPr lang="en-IN" sz="1050" b="0" u="none" strike="noStrike">
                <a:solidFill>
                  <a:srgbClr val="000000"/>
                </a:solidFill>
                <a:effectLst/>
                <a:uFillTx/>
                <a:latin typeface="Arial"/>
              </a:rPr>
              <a:t>INTERNSHIP_17830691666a4779eecfe8a </a:t>
            </a:r>
            <a:endParaRPr lang="en-IN" sz="1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6" presetClass="entr" fill="hold" nodeType="clickEffect">
                                  <p:stCondLst>
                                    <p:cond delay="0"/>
                                  </p:stCondLst>
                                  <p:childTnLst>
                                    <p:set>
                                      <p:cBhvr>
                                        <p:cTn id="6" dur="1" fill="hold">
                                          <p:stCondLst>
                                            <p:cond delay="0"/>
                                          </p:stCondLst>
                                        </p:cTn>
                                        <p:tgtEl>
                                          <p:spTgt spid="502"/>
                                        </p:tgtEl>
                                        <p:attrNameLst>
                                          <p:attrName>style.visibility</p:attrName>
                                        </p:attrNameLst>
                                      </p:cBhvr>
                                      <p:to>
                                        <p:strVal val="visible"/>
                                      </p:to>
                                    </p:set>
                                    <p:animEffect transition="in" filter="wipe(down)">
                                      <p:cBhvr additive="repl">
                                        <p:cTn id="7" dur="580">
                                          <p:stCondLst>
                                            <p:cond delay="0"/>
                                          </p:stCondLst>
                                        </p:cTn>
                                        <p:tgtEl>
                                          <p:spTgt spid="502"/>
                                        </p:tgtEl>
                                      </p:cBhvr>
                                    </p:animEffect>
                                    <p:anim calcmode="lin" valueType="num">
                                      <p:cBhvr additive="repl">
                                        <p:cTn id="8" dur="1822">
                                          <p:stCondLst>
                                            <p:cond delay="0"/>
                                          </p:stCondLst>
                                        </p:cTn>
                                        <p:tgtEl>
                                          <p:spTgt spid="502"/>
                                        </p:tgtEl>
                                        <p:attrNameLst>
                                          <p:attrName>ppt_x</p:attrName>
                                        </p:attrNameLst>
                                      </p:cBhvr>
                                      <p:tavLst>
                                        <p:tav>
                                          <p:val>
                                            <p:strVal val="#ppt_x-0.25"/>
                                          </p:val>
                                        </p:tav>
                                        <p:tav tm="100000">
                                          <p:val>
                                            <p:strVal val="#ppt_x"/>
                                          </p:val>
                                        </p:tav>
                                      </p:tavLst>
                                    </p:anim>
                                    <p:anim calcmode="lin" valueType="num">
                                      <p:cBhvr additive="repl">
                                        <p:cTn id="9" dur="664">
                                          <p:stCondLst>
                                            <p:cond delay="0"/>
                                          </p:stCondLst>
                                        </p:cTn>
                                        <p:tgtEl>
                                          <p:spTgt spid="502"/>
                                        </p:tgtEl>
                                        <p:attrNameLst>
                                          <p:attrName>ppt_y</p:attrName>
                                        </p:attrNameLst>
                                      </p:cBhvr>
                                      <p:tavLst>
                                        <p:tav fmla="y-sin(pi*$)/3">
                                          <p:val>
                                            <p:fltVal val="0.5"/>
                                          </p:val>
                                        </p:tav>
                                        <p:tav fmla="y-sin(pi*$)/3" tm="100000">
                                          <p:val>
                                            <p:fltVal val="1"/>
                                          </p:val>
                                        </p:tav>
                                      </p:tavLst>
                                    </p:anim>
                                    <p:anim calcmode="lin" valueType="num">
                                      <p:cBhvr additive="repl">
                                        <p:cTn id="10" dur="664">
                                          <p:stCondLst>
                                            <p:cond delay="664"/>
                                          </p:stCondLst>
                                        </p:cTn>
                                        <p:tgtEl>
                                          <p:spTgt spid="502"/>
                                        </p:tgtEl>
                                        <p:attrNameLst>
                                          <p:attrName>ppt_y</p:attrName>
                                        </p:attrNameLst>
                                      </p:cBhvr>
                                      <p:tavLst>
                                        <p:tav fmla="y-sin(pi*$)/9">
                                          <p:val>
                                            <p:fltVal val="0"/>
                                          </p:val>
                                        </p:tav>
                                        <p:tav fmla="y-sin(pi*$)/9" tm="100000">
                                          <p:val>
                                            <p:fltVal val="1"/>
                                          </p:val>
                                        </p:tav>
                                      </p:tavLst>
                                    </p:anim>
                                    <p:anim calcmode="lin" valueType="num">
                                      <p:cBhvr additive="repl">
                                        <p:cTn id="11" dur="332">
                                          <p:stCondLst>
                                            <p:cond delay="1324"/>
                                          </p:stCondLst>
                                        </p:cTn>
                                        <p:tgtEl>
                                          <p:spTgt spid="502"/>
                                        </p:tgtEl>
                                        <p:attrNameLst>
                                          <p:attrName>ppt_y</p:attrName>
                                        </p:attrNameLst>
                                      </p:cBhvr>
                                      <p:tavLst>
                                        <p:tav fmla="y-sin(pi*$)/27">
                                          <p:val>
                                            <p:fltVal val="0"/>
                                          </p:val>
                                        </p:tav>
                                        <p:tav fmla="y-sin(pi*$)/27" tm="100000">
                                          <p:val>
                                            <p:fltVal val="1"/>
                                          </p:val>
                                        </p:tav>
                                      </p:tavLst>
                                    </p:anim>
                                    <p:anim calcmode="lin" valueType="num">
                                      <p:cBhvr additive="repl">
                                        <p:cTn id="12" dur="164">
                                          <p:stCondLst>
                                            <p:cond delay="1656"/>
                                          </p:stCondLst>
                                        </p:cTn>
                                        <p:tgtEl>
                                          <p:spTgt spid="502"/>
                                        </p:tgtEl>
                                        <p:attrNameLst>
                                          <p:attrName>ppt_y</p:attrName>
                                        </p:attrNameLst>
                                      </p:cBhvr>
                                      <p:tavLst>
                                        <p:tav fmla="y-sin(pi*$)/81">
                                          <p:val>
                                            <p:fltVal val="0"/>
                                          </p:val>
                                        </p:tav>
                                        <p:tav fmla="y-sin(pi*$)/81" tm="100000">
                                          <p:val>
                                            <p:fltVal val="1"/>
                                          </p:val>
                                        </p:tav>
                                      </p:tavLst>
                                    </p:anim>
                                    <p:animScale>
                                      <p:cBhvr>
                                        <p:cTn id="13" dur="26" fill="hold">
                                          <p:stCondLst>
                                            <p:cond delay="650"/>
                                          </p:stCondLst>
                                        </p:cTn>
                                        <p:tgtEl>
                                          <p:spTgt spid="502"/>
                                        </p:tgtEl>
                                      </p:cBhvr>
                                      <p:to x="100000" y="60000"/>
                                    </p:animScale>
                                    <p:animScale>
                                      <p:cBhvr>
                                        <p:cTn id="14" dur="166" fill="hold">
                                          <p:stCondLst>
                                            <p:cond delay="676"/>
                                          </p:stCondLst>
                                        </p:cTn>
                                        <p:tgtEl>
                                          <p:spTgt spid="502"/>
                                        </p:tgtEl>
                                      </p:cBhvr>
                                      <p:to x="100000" y="100000"/>
                                    </p:animScale>
                                    <p:animScale>
                                      <p:cBhvr>
                                        <p:cTn id="15" dur="26" fill="hold">
                                          <p:stCondLst>
                                            <p:cond delay="1312"/>
                                          </p:stCondLst>
                                        </p:cTn>
                                        <p:tgtEl>
                                          <p:spTgt spid="502"/>
                                        </p:tgtEl>
                                      </p:cBhvr>
                                      <p:to x="100000" y="80000"/>
                                    </p:animScale>
                                    <p:animScale>
                                      <p:cBhvr>
                                        <p:cTn id="16" dur="166" fill="hold">
                                          <p:stCondLst>
                                            <p:cond delay="1338"/>
                                          </p:stCondLst>
                                        </p:cTn>
                                        <p:tgtEl>
                                          <p:spTgt spid="502"/>
                                        </p:tgtEl>
                                      </p:cBhvr>
                                      <p:to x="100000" y="100000"/>
                                    </p:animScale>
                                    <p:animScale>
                                      <p:cBhvr>
                                        <p:cTn id="17" dur="26" fill="hold">
                                          <p:stCondLst>
                                            <p:cond delay="1642"/>
                                          </p:stCondLst>
                                        </p:cTn>
                                        <p:tgtEl>
                                          <p:spTgt spid="502"/>
                                        </p:tgtEl>
                                      </p:cBhvr>
                                      <p:to x="100000" y="90000"/>
                                    </p:animScale>
                                    <p:animScale>
                                      <p:cBhvr>
                                        <p:cTn id="18" dur="166" fill="hold">
                                          <p:stCondLst>
                                            <p:cond delay="1668"/>
                                          </p:stCondLst>
                                        </p:cTn>
                                        <p:tgtEl>
                                          <p:spTgt spid="502"/>
                                        </p:tgtEl>
                                      </p:cBhvr>
                                      <p:to x="100000" y="100000"/>
                                    </p:animScale>
                                    <p:animScale>
                                      <p:cBhvr>
                                        <p:cTn id="19" dur="26" fill="hold">
                                          <p:stCondLst>
                                            <p:cond delay="1808"/>
                                          </p:stCondLst>
                                        </p:cTn>
                                        <p:tgtEl>
                                          <p:spTgt spid="502"/>
                                        </p:tgtEl>
                                      </p:cBhvr>
                                      <p:to x="100000" y="95000"/>
                                    </p:animScale>
                                    <p:animScale>
                                      <p:cBhvr>
                                        <p:cTn id="20" dur="166" fill="hold">
                                          <p:stCondLst>
                                            <p:cond delay="1834"/>
                                          </p:stCondLst>
                                        </p:cTn>
                                        <p:tgtEl>
                                          <p:spTgt spid="50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fill="hold" nodeType="clickEffect" presetSubtype="16">
                                  <p:stCondLst>
                                    <p:cond delay="0"/>
                                  </p:stCondLst>
                                  <p:endCondLst>
                                    <p:cond delay="0" evt="begin">
                                      <p:tn val="23"/>
                                    </p:cond>
                                  </p:endCondLst>
                                  <p:childTnLst>
                                    <p:set>
                                      <p:cBhvr>
                                        <p:cTn id="24" dur="1" fill="hold">
                                          <p:stCondLst>
                                            <p:cond delay="0"/>
                                          </p:stCondLst>
                                        </p:cTn>
                                        <p:tgtEl>
                                          <p:spTgt spid="503"/>
                                        </p:tgtEl>
                                        <p:attrNameLst>
                                          <p:attrName>style.visibility</p:attrName>
                                        </p:attrNameLst>
                                      </p:cBhvr>
                                      <p:to>
                                        <p:strVal val="visible"/>
                                      </p:to>
                                    </p:set>
                                    <p:anim calcmode="lin" valueType="num">
                                      <p:cBhvr additive="repl">
                                        <p:cTn id="25" dur="500" fill="hold"/>
                                        <p:tgtEl>
                                          <p:spTgt spid="503"/>
                                        </p:tgtEl>
                                        <p:attrNameLst>
                                          <p:attrName>ppt_w</p:attrName>
                                        </p:attrNameLst>
                                      </p:cBhvr>
                                      <p:tavLst>
                                        <p:tav>
                                          <p:val>
                                            <p:fltVal val="0"/>
                                          </p:val>
                                        </p:tav>
                                        <p:tav tm="100000">
                                          <p:val>
                                            <p:strVal val="#ppt_w"/>
                                          </p:val>
                                        </p:tav>
                                      </p:tavLst>
                                    </p:anim>
                                    <p:anim calcmode="lin" valueType="num">
                                      <p:cBhvr additive="repl">
                                        <p:cTn id="26" dur="500" fill="hold"/>
                                        <p:tgtEl>
                                          <p:spTgt spid="503"/>
                                        </p:tgtEl>
                                        <p:attrNameLst>
                                          <p:attrName>ppt_h</p:attrName>
                                        </p:attrNameLst>
                                      </p:cBhvr>
                                      <p:tavLst>
                                        <p:tav>
                                          <p:val>
                                            <p:fltVal val="0"/>
                                          </p:val>
                                        </p:tav>
                                        <p:tav tm="100000">
                                          <p:val>
                                            <p:strVal val="#ppt_h"/>
                                          </p:val>
                                        </p:tav>
                                      </p:tavLst>
                                    </p:anim>
                                    <p:animEffect transition="in" filter="fade">
                                      <p:cBhvr additive="repl">
                                        <p:cTn id="27" dur="500"/>
                                        <p:tgtEl>
                                          <p:spTgt spid="503"/>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fill="hold" nodeType="clickEffect" presetSubtype="10">
                                  <p:stCondLst>
                                    <p:cond delay="0"/>
                                  </p:stCondLst>
                                  <p:childTnLst>
                                    <p:set>
                                      <p:cBhvr>
                                        <p:cTn id="31" dur="1" fill="hold">
                                          <p:stCondLst>
                                            <p:cond delay="0"/>
                                          </p:stCondLst>
                                        </p:cTn>
                                        <p:tgtEl>
                                          <p:spTgt spid="501">
                                            <p:txEl>
                                              <p:pRg st="0" end="0"/>
                                            </p:txEl>
                                          </p:spTgt>
                                        </p:tgtEl>
                                        <p:attrNameLst>
                                          <p:attrName>style.visibility</p:attrName>
                                        </p:attrNameLst>
                                      </p:cBhvr>
                                      <p:to>
                                        <p:strVal val="visible"/>
                                      </p:to>
                                    </p:set>
                                    <p:animEffect transition="in" filter="randombar(horizontal)">
                                      <p:cBhvr additive="repl">
                                        <p:cTn id="32" dur="500"/>
                                        <p:tgtEl>
                                          <p:spTgt spid="501">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p:nvPr>
        </p:nvSpPr>
        <p:spPr>
          <a:xfrm>
            <a:off x="1046520" y="1980000"/>
            <a:ext cx="6430680" cy="360720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2E946B"/>
              </a:buClr>
              <a:buSzPct val="80000"/>
              <a:buFont typeface="Wingdings" charset="2"/>
              <a:buChar char=""/>
              <a:tabLst>
                <a:tab pos="0" algn="l"/>
              </a:tabLst>
            </a:pPr>
            <a:r>
              <a:rPr lang="en-US" sz="1800" b="0" u="none" strike="noStrike">
                <a:solidFill>
                  <a:schemeClr val="dk1">
                    <a:lumMod val="75000"/>
                    <a:lumOff val="25000"/>
                  </a:schemeClr>
                </a:solidFill>
                <a:effectLst/>
                <a:uFillTx/>
                <a:latin typeface="Trebuchet MS"/>
              </a:rPr>
              <a:t>The used-car market contains vehicle information such as manufacturing year, selling price, present price, kilometers driven, fuel type, seller type, transmission and ownership. However, the raw dataset does not directly reveal how these factors influence vehicle prices, depreciation and market demand. Without systematic analysis, it is difficult to identify pricing patterns, compare different vehicle categories and understand the characteristics of the used-car market. Therefore, the problem is to analyse the Car Dekho dataset using Python and data analysis techniques to extract meaningful insights and identify the key factors affecting used-vehicle prices and depreciation. </a:t>
            </a:r>
            <a:endParaRPr lang="en-US" sz="1800" b="0" u="none" strike="noStrike">
              <a:solidFill>
                <a:schemeClr val="dk1"/>
              </a:solidFill>
              <a:effectLst/>
              <a:uFillTx/>
              <a:latin typeface="Trebuchet MS"/>
            </a:endParaRPr>
          </a:p>
        </p:txBody>
      </p:sp>
      <p:sp>
        <p:nvSpPr>
          <p:cNvPr id="507" name="PlaceHolder 2"/>
          <p:cNvSpPr>
            <a:spLocks noGrp="1"/>
          </p:cNvSpPr>
          <p:nvPr>
            <p:ph type="title"/>
          </p:nvPr>
        </p:nvSpPr>
        <p:spPr>
          <a:xfrm>
            <a:off x="754560" y="550440"/>
            <a:ext cx="6994800" cy="789480"/>
          </a:xfrm>
          <a:prstGeom prst="rect">
            <a:avLst/>
          </a:prstGeom>
          <a:noFill/>
          <a:ln w="0">
            <a:noFill/>
          </a:ln>
        </p:spPr>
        <p:txBody>
          <a:bodyPr lIns="91440" tIns="45720" rIns="91440" bIns="45720" anchor="t">
            <a:normAutofit lnSpcReduction="9999"/>
          </a:bodyPr>
          <a:p>
            <a:pPr indent="0" algn="l" defTabSz="457200">
              <a:lnSpc>
                <a:spcPct val="100000"/>
              </a:lnSpc>
              <a:buNone/>
              <a:tabLst>
                <a:tab pos="0" algn="l"/>
              </a:tabLst>
            </a:pPr>
            <a:r>
              <a:rPr lang="en-US" sz="4800" b="1" u="none" strike="noStrike">
                <a:solidFill>
                  <a:schemeClr val="dk1"/>
                </a:solidFill>
                <a:effectLst/>
                <a:uFillTx/>
                <a:latin typeface="Trebuchet MS"/>
              </a:rPr>
              <a:t>PROBLEM  STATEMENT</a:t>
            </a:r>
            <a:endParaRPr lang="en-US" sz="4800" b="1" u="none" strike="noStrike">
              <a:solidFill>
                <a:schemeClr val="dk1"/>
              </a:solidFill>
              <a:effectLst/>
              <a:uFillTx/>
              <a:latin typeface="Trebuchet MS"/>
            </a:endParaRPr>
          </a:p>
        </p:txBody>
      </p:sp>
      <p:pic>
        <p:nvPicPr>
          <p:cNvPr id="508" name="Picture 4"/>
          <p:cNvPicPr/>
          <p:nvPr/>
        </p:nvPicPr>
        <p:blipFill>
          <a:blip r:embed="rId1"/>
          <a:stretch/>
        </p:blipFill>
        <p:spPr>
          <a:xfrm>
            <a:off x="7995600" y="2930760"/>
            <a:ext cx="2760120" cy="3263760"/>
          </a:xfrm>
          <a:prstGeom prst="rect">
            <a:avLst/>
          </a:prstGeom>
          <a:noFill/>
          <a:ln w="0">
            <a:noFill/>
          </a:ln>
        </p:spPr>
      </p:pic>
      <p:pic>
        <p:nvPicPr>
          <p:cNvPr id="509" name="Picture 5"/>
          <p:cNvPicPr/>
          <p:nvPr/>
        </p:nvPicPr>
        <p:blipFill>
          <a:blip r:embed="rId2"/>
          <a:srcRect l="0" t="96179" r="0" b="0"/>
          <a:stretch/>
        </p:blipFill>
        <p:spPr>
          <a:xfrm>
            <a:off x="676080" y="6472080"/>
            <a:ext cx="2142360" cy="192240"/>
          </a:xfrm>
          <a:prstGeom prst="rect">
            <a:avLst/>
          </a:prstGeom>
          <a:noFill/>
          <a:ln w="0">
            <a:noFill/>
          </a:ln>
        </p:spPr>
      </p:pic>
    </p:spTree>
  </p:cSld>
  <mc:AlternateContent>
    <mc:Choice Requires="p14">
      <p:transition spd="slow" p14:dur="2000"/>
    </mc:Choice>
    <mc:Fallback>
      <p:transition spd="slow"/>
    </mc:Fallback>
  </mc:AlternateContent>
  <p:timing>
    <p:tnLst>
      <p:par>
        <p:cTn id="33" dur="indefinite" restart="never" nodeType="tmRoot">
          <p:childTnLst>
            <p:seq>
              <p:cTn id="34" dur="indefinite" nodeType="mainSeq">
                <p:childTnLst>
                  <p:par>
                    <p:cTn id="35" fill="hold">
                      <p:stCondLst>
                        <p:cond delay="indefinite"/>
                      </p:stCondLst>
                      <p:childTnLst>
                        <p:par>
                          <p:cTn id="36" fill="hold">
                            <p:stCondLst>
                              <p:cond delay="0"/>
                            </p:stCondLst>
                            <p:childTnLst>
                              <p:par>
                                <p:cTn id="37" presetID="53" presetClass="entr" fill="hold" nodeType="clickEffect" presetSubtype="16">
                                  <p:stCondLst>
                                    <p:cond delay="0"/>
                                  </p:stCondLst>
                                  <p:childTnLst>
                                    <p:set>
                                      <p:cBhvr>
                                        <p:cTn id="38" dur="1" fill="hold">
                                          <p:stCondLst>
                                            <p:cond delay="0"/>
                                          </p:stCondLst>
                                        </p:cTn>
                                        <p:tgtEl>
                                          <p:spTgt spid="507"/>
                                        </p:tgtEl>
                                        <p:attrNameLst>
                                          <p:attrName>style.visibility</p:attrName>
                                        </p:attrNameLst>
                                      </p:cBhvr>
                                      <p:to>
                                        <p:strVal val="visible"/>
                                      </p:to>
                                    </p:set>
                                    <p:anim calcmode="lin" valueType="num">
                                      <p:cBhvr additive="repl">
                                        <p:cTn id="39" dur="500" fill="hold"/>
                                        <p:tgtEl>
                                          <p:spTgt spid="507"/>
                                        </p:tgtEl>
                                        <p:attrNameLst>
                                          <p:attrName>ppt_w</p:attrName>
                                        </p:attrNameLst>
                                      </p:cBhvr>
                                      <p:tavLst>
                                        <p:tav>
                                          <p:val>
                                            <p:fltVal val="0"/>
                                          </p:val>
                                        </p:tav>
                                        <p:tav tm="100000">
                                          <p:val>
                                            <p:strVal val="#ppt_w"/>
                                          </p:val>
                                        </p:tav>
                                      </p:tavLst>
                                    </p:anim>
                                    <p:anim calcmode="lin" valueType="num">
                                      <p:cBhvr additive="repl">
                                        <p:cTn id="40" dur="500" fill="hold"/>
                                        <p:tgtEl>
                                          <p:spTgt spid="507"/>
                                        </p:tgtEl>
                                        <p:attrNameLst>
                                          <p:attrName>ppt_h</p:attrName>
                                        </p:attrNameLst>
                                      </p:cBhvr>
                                      <p:tavLst>
                                        <p:tav>
                                          <p:val>
                                            <p:fltVal val="0"/>
                                          </p:val>
                                        </p:tav>
                                        <p:tav tm="100000">
                                          <p:val>
                                            <p:strVal val="#ppt_h"/>
                                          </p:val>
                                        </p:tav>
                                      </p:tavLst>
                                    </p:anim>
                                    <p:animEffect transition="in" filter="fade">
                                      <p:cBhvr additive="repl">
                                        <p:cTn id="41" dur="500"/>
                                        <p:tgtEl>
                                          <p:spTgt spid="507"/>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fill="hold" nodeType="clickEffect">
                                  <p:stCondLst>
                                    <p:cond delay="0"/>
                                  </p:stCondLst>
                                  <p:endCondLst>
                                    <p:cond delay="0" evt="begin">
                                      <p:tn val="44"/>
                                    </p:cond>
                                  </p:endCondLst>
                                  <p:childTnLst>
                                    <p:set>
                                      <p:cBhvr>
                                        <p:cTn id="45" dur="1" fill="hold">
                                          <p:stCondLst>
                                            <p:cond delay="0"/>
                                          </p:stCondLst>
                                        </p:cTn>
                                        <p:tgtEl>
                                          <p:spTgt spid="506">
                                            <p:txEl>
                                              <p:pRg st="0" end="0"/>
                                            </p:txEl>
                                          </p:spTgt>
                                        </p:tgtEl>
                                        <p:attrNameLst>
                                          <p:attrName>style.visibility</p:attrName>
                                        </p:attrNameLst>
                                      </p:cBhvr>
                                      <p:to>
                                        <p:strVal val="visible"/>
                                      </p:to>
                                    </p:set>
                                    <p:animEffect transition="in" filter="fade">
                                      <p:cBhvr additive="repl">
                                        <p:cTn id="46" dur="1000"/>
                                        <p:tgtEl>
                                          <p:spTgt spid="506">
                                            <p:txEl>
                                              <p:pRg st="0" end="0"/>
                                            </p:txEl>
                                          </p:spTgt>
                                        </p:tgtEl>
                                      </p:cBhvr>
                                    </p:animEffect>
                                    <p:anim calcmode="lin" valueType="num">
                                      <p:cBhvr additive="repl">
                                        <p:cTn id="47" dur="1000" fill="hold"/>
                                        <p:tgtEl>
                                          <p:spTgt spid="506">
                                            <p:txEl>
                                              <p:pRg st="0" end="0"/>
                                            </p:txEl>
                                          </p:spTgt>
                                        </p:tgtEl>
                                        <p:attrNameLst>
                                          <p:attrName>ppt_x</p:attrName>
                                        </p:attrNameLst>
                                      </p:cBhvr>
                                      <p:tavLst>
                                        <p:tav>
                                          <p:val>
                                            <p:strVal val="#ppt_x"/>
                                          </p:val>
                                        </p:tav>
                                        <p:tav tm="100000">
                                          <p:val>
                                            <p:strVal val="#ppt_x"/>
                                          </p:val>
                                        </p:tav>
                                      </p:tavLst>
                                    </p:anim>
                                    <p:anim calcmode="lin" valueType="num">
                                      <p:cBhvr additive="repl">
                                        <p:cTn id="48" dur="1000" fill="hold"/>
                                        <p:tgtEl>
                                          <p:spTgt spid="506">
                                            <p:txEl>
                                              <p:pRg st="0" end="0"/>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lumMod val="95000"/>
          </a:schemeClr>
        </a:solidFill>
      </p:bgPr>
    </p:bg>
    <p:spTree>
      <p:nvGrpSpPr>
        <p:cNvPr id="1" name=""/>
        <p:cNvGrpSpPr/>
        <p:nvPr/>
      </p:nvGrpSpPr>
      <p:grpSpPr>
        <a:xfrm>
          <a:off x="0" y="0"/>
          <a:ext cx="0" cy="0"/>
          <a:chOff x="0" y="0"/>
          <a:chExt cx="0" cy="0"/>
        </a:xfrm>
      </p:grpSpPr>
      <p:pic>
        <p:nvPicPr>
          <p:cNvPr id="510" name="Picture 4"/>
          <p:cNvPicPr/>
          <p:nvPr/>
        </p:nvPicPr>
        <p:blipFill>
          <a:blip r:embed="rId1"/>
          <a:srcRect l="0" t="96179" r="0" b="0"/>
          <a:stretch/>
        </p:blipFill>
        <p:spPr>
          <a:xfrm>
            <a:off x="676080" y="6472080"/>
            <a:ext cx="2142360" cy="192240"/>
          </a:xfrm>
          <a:prstGeom prst="rect">
            <a:avLst/>
          </a:prstGeom>
          <a:noFill/>
          <a:ln w="0">
            <a:noFill/>
          </a:ln>
        </p:spPr>
      </p:pic>
      <p:pic>
        <p:nvPicPr>
          <p:cNvPr id="511" name="Picture 5"/>
          <p:cNvPicPr/>
          <p:nvPr/>
        </p:nvPicPr>
        <p:blipFill>
          <a:blip r:embed="rId2"/>
          <a:stretch/>
        </p:blipFill>
        <p:spPr>
          <a:xfrm>
            <a:off x="467280" y="6410520"/>
            <a:ext cx="3705480" cy="295200"/>
          </a:xfrm>
          <a:prstGeom prst="rect">
            <a:avLst/>
          </a:prstGeom>
          <a:noFill/>
          <a:ln w="0">
            <a:noFill/>
          </a:ln>
        </p:spPr>
      </p:pic>
      <p:sp>
        <p:nvSpPr>
          <p:cNvPr id="512" name=""/>
          <p:cNvSpPr/>
          <p:nvPr/>
        </p:nvSpPr>
        <p:spPr>
          <a:xfrm>
            <a:off x="720360" y="1381320"/>
            <a:ext cx="7019640" cy="41986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GB" sz="3600" b="1" u="none" strike="noStrike">
                <a:solidFill>
                  <a:schemeClr val="dk1"/>
                </a:solidFill>
                <a:effectLst/>
                <a:uFillTx/>
                <a:latin typeface="Trebuchet MS"/>
              </a:rPr>
              <a:t>Project Description </a:t>
            </a:r>
            <a:endParaRPr lang="en-IN" sz="3600" b="0" u="none" strike="noStrike">
              <a:solidFill>
                <a:srgbClr val="000000"/>
              </a:solidFill>
              <a:effectLst/>
              <a:uFillTx/>
              <a:latin typeface="Arial"/>
            </a:endParaRPr>
          </a:p>
          <a:p>
            <a:pPr>
              <a:lnSpc>
                <a:spcPct val="100000"/>
              </a:lnSpc>
            </a:pPr>
            <a:r>
              <a:rPr lang="en-GB" sz="1800" b="1" u="none" strike="noStrike">
                <a:solidFill>
                  <a:schemeClr val="dk1"/>
                </a:solidFill>
                <a:effectLst/>
                <a:uFillTx/>
                <a:latin typeface="Trebuchet MS"/>
              </a:rPr>
              <a:t>   Car Market Trends Analysis is a Python-based data analysis project using the Car Dekho free dataset. The project involves loading and examining the dataset, checking for missing values, analysing vehicle prices, identifying the most frequently sold vehicles, studying fuel type, seller type, transmission and ownership patterns, and analysing vehicle depreciation. The project also separates two-wheelers and cars to identify the oldest, newest and most sold vehicles in each category. The analysis is performed using Pandas,Numpy and other Python libraries in Google Colab.</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p:nvPr>
        </p:nvSpPr>
        <p:spPr>
          <a:xfrm>
            <a:off x="721440" y="1991520"/>
            <a:ext cx="7903800" cy="3989160"/>
          </a:xfrm>
          <a:prstGeom prst="rect">
            <a:avLst/>
          </a:prstGeom>
          <a:noFill/>
          <a:ln w="0">
            <a:noFill/>
          </a:ln>
        </p:spPr>
        <p:txBody>
          <a:bodyPr lIns="91440" tIns="45720" rIns="91440" bIns="45720" anchor="t">
            <a:normAutofit/>
          </a:bodyPr>
          <a:p>
            <a:pPr indent="0" algn="ctr" defTabSz="457200">
              <a:buNone/>
              <a:tabLst>
                <a:tab pos="0" algn="l"/>
              </a:tabLst>
            </a:pPr>
            <a:endParaRPr lang="en-US" sz="1800" b="0" u="none" strike="noStrike">
              <a:solidFill>
                <a:schemeClr val="dk1"/>
              </a:solidFill>
              <a:effectLst/>
              <a:uFillTx/>
              <a:latin typeface="Trebuchet MS"/>
            </a:endParaRPr>
          </a:p>
        </p:txBody>
      </p:sp>
      <p:sp>
        <p:nvSpPr>
          <p:cNvPr id="514" name="PlaceHolder 2"/>
          <p:cNvSpPr>
            <a:spLocks noGrp="1"/>
          </p:cNvSpPr>
          <p:nvPr>
            <p:ph type="title"/>
          </p:nvPr>
        </p:nvSpPr>
        <p:spPr>
          <a:xfrm>
            <a:off x="619920" y="876600"/>
            <a:ext cx="10045440" cy="4163040"/>
          </a:xfrm>
          <a:prstGeom prst="rect">
            <a:avLst/>
          </a:prstGeom>
          <a:noFill/>
          <a:ln w="0">
            <a:noFill/>
          </a:ln>
        </p:spPr>
        <p:txBody>
          <a:bodyPr lIns="91440" tIns="45720" rIns="91440" bIns="45720" anchor="t">
            <a:normAutofit/>
          </a:bodyPr>
          <a:p>
            <a:pPr indent="0" algn="l" defTabSz="457200">
              <a:lnSpc>
                <a:spcPct val="100000"/>
              </a:lnSpc>
              <a:spcBef>
                <a:spcPts val="1191"/>
              </a:spcBef>
              <a:spcAft>
                <a:spcPts val="992"/>
              </a:spcAft>
              <a:buNone/>
              <a:tabLst>
                <a:tab pos="0" algn="l"/>
              </a:tabLst>
            </a:pPr>
            <a:r>
              <a:rPr lang="en-US" sz="3200" b="1" u="none" strike="noStrike">
                <a:solidFill>
                  <a:schemeClr val="dk1"/>
                </a:solidFill>
                <a:effectLst/>
                <a:uFillTx/>
                <a:latin typeface="Trebuchet MS"/>
              </a:rPr>
              <a:t>WHO ARE THE END USERS?</a:t>
            </a:r>
            <a:br>
              <a:rPr sz="3200"/>
            </a:br>
            <a:br>
              <a:rPr sz="3200"/>
            </a:br>
            <a:r>
              <a:rPr lang="en-US" sz="1800" b="1" u="none" strike="noStrike">
                <a:solidFill>
                  <a:schemeClr val="dk1"/>
                </a:solidFill>
                <a:effectLst/>
                <a:uFillTx/>
                <a:latin typeface="Trebuchet MS"/>
              </a:rPr>
              <a:t> </a:t>
            </a:r>
            <a:br>
              <a:rPr sz="1800"/>
            </a:br>
            <a:r>
              <a:rPr lang="en-US" sz="1800" b="1" u="none" strike="noStrike">
                <a:solidFill>
                  <a:schemeClr val="dk1"/>
                </a:solidFill>
                <a:effectLst/>
                <a:uFillTx/>
                <a:latin typeface="Trebuchet MS"/>
              </a:rPr>
              <a:t> &gt; Used-Car Buyers – Compare vehicle prices, age and mileage.</a:t>
            </a:r>
            <a:br>
              <a:rPr sz="1800"/>
            </a:br>
            <a:br>
              <a:rPr sz="1800"/>
            </a:br>
            <a:r>
              <a:rPr lang="en-US" sz="1800" b="1" u="none" strike="noStrike">
                <a:solidFill>
                  <a:schemeClr val="dk1"/>
                </a:solidFill>
                <a:effectLst/>
                <a:uFillTx/>
                <a:latin typeface="Trebuchet MS"/>
              </a:rPr>
              <a:t> &gt; Car Dealers – Understand selling prices and depreciation trends.</a:t>
            </a:r>
            <a:br>
              <a:rPr sz="1800"/>
            </a:br>
            <a:br>
              <a:rPr sz="1800"/>
            </a:br>
            <a:r>
              <a:rPr lang="en-US" sz="1800" b="1" u="none" strike="noStrike">
                <a:solidFill>
                  <a:schemeClr val="dk1"/>
                </a:solidFill>
                <a:effectLst/>
                <a:uFillTx/>
                <a:latin typeface="Trebuchet MS"/>
              </a:rPr>
              <a:t> &gt; Vehicle Sellers – Estimate reasonable selling prices.</a:t>
            </a:r>
            <a:br>
              <a:rPr sz="1800"/>
            </a:br>
            <a:br>
              <a:rPr sz="1800"/>
            </a:br>
            <a:r>
              <a:rPr lang="en-US" sz="1800" b="1" u="none" strike="noStrike">
                <a:solidFill>
                  <a:schemeClr val="dk1"/>
                </a:solidFill>
                <a:effectLst/>
                <a:uFillTx/>
                <a:latin typeface="Trebuchet MS"/>
              </a:rPr>
              <a:t> &gt; Automotive Businesses – Analyse market patterns and vehicle demand.</a:t>
            </a:r>
            <a:br>
              <a:rPr sz="1800"/>
            </a:br>
            <a:br>
              <a:rPr sz="1800"/>
            </a:br>
            <a:r>
              <a:rPr lang="en-US" sz="1800" b="1" u="none" strike="noStrike">
                <a:solidFill>
                  <a:schemeClr val="dk1"/>
                </a:solidFill>
                <a:effectLst/>
                <a:uFillTx/>
                <a:latin typeface="Trebuchet MS"/>
              </a:rPr>
              <a:t> &gt; Data Analysts / Students – Study real-world vehicle-market data using Python.</a:t>
            </a:r>
            <a:br>
              <a:rPr sz="1800"/>
            </a:br>
            <a:endParaRPr lang="en-US" sz="1800" b="1" u="none" strike="noStrike">
              <a:solidFill>
                <a:schemeClr val="dk1"/>
              </a:solidFill>
              <a:effectLst/>
              <a:uFillTx/>
              <a:latin typeface="Trebuchet MS"/>
            </a:endParaRPr>
          </a:p>
        </p:txBody>
      </p:sp>
      <p:pic>
        <p:nvPicPr>
          <p:cNvPr id="515" name="Picture 5"/>
          <p:cNvPicPr/>
          <p:nvPr/>
        </p:nvPicPr>
        <p:blipFill>
          <a:blip r:embed="rId1"/>
          <a:stretch/>
        </p:blipFill>
        <p:spPr>
          <a:xfrm>
            <a:off x="721440" y="6176880"/>
            <a:ext cx="2180520" cy="484920"/>
          </a:xfrm>
          <a:prstGeom prst="rect">
            <a:avLst/>
          </a:prstGeom>
          <a:noFill/>
          <a:ln w="0">
            <a:noFill/>
          </a:ln>
        </p:spPr>
      </p:pic>
    </p:spTree>
  </p:cSld>
  <mc:AlternateContent>
    <mc:Choice Requires="p14">
      <p:transition spd="slow" p14:dur="2000"/>
    </mc:Choice>
    <mc:Fallback>
      <p:transition spd="slow"/>
    </mc:Fallback>
  </mc:AlternateContent>
  <p:timing>
    <p:tnLst>
      <p:par>
        <p:cTn id="49" dur="indefinite" restart="never" nodeType="tmRoot">
          <p:childTnLst>
            <p:seq>
              <p:cTn id="50" dur="indefinite" nodeType="mainSeq">
                <p:childTnLst>
                  <p:par>
                    <p:cTn id="51" fill="hold">
                      <p:stCondLst>
                        <p:cond delay="indefinite"/>
                      </p:stCondLst>
                      <p:childTnLst>
                        <p:par>
                          <p:cTn id="52" fill="hold">
                            <p:stCondLst>
                              <p:cond delay="0"/>
                            </p:stCondLst>
                            <p:childTnLst>
                              <p:par>
                                <p:cTn id="53" presetID="53" presetClass="entr" fill="hold" nodeType="clickEffect" presetSubtype="16">
                                  <p:stCondLst>
                                    <p:cond delay="0"/>
                                  </p:stCondLst>
                                  <p:childTnLst>
                                    <p:set>
                                      <p:cBhvr>
                                        <p:cTn id="54" dur="1" fill="hold">
                                          <p:stCondLst>
                                            <p:cond delay="0"/>
                                          </p:stCondLst>
                                        </p:cTn>
                                        <p:tgtEl>
                                          <p:spTgt spid="514"/>
                                        </p:tgtEl>
                                        <p:attrNameLst>
                                          <p:attrName>style.visibility</p:attrName>
                                        </p:attrNameLst>
                                      </p:cBhvr>
                                      <p:to>
                                        <p:strVal val="visible"/>
                                      </p:to>
                                    </p:set>
                                    <p:anim calcmode="lin" valueType="num">
                                      <p:cBhvr additive="repl">
                                        <p:cTn id="55" dur="500" fill="hold"/>
                                        <p:tgtEl>
                                          <p:spTgt spid="514"/>
                                        </p:tgtEl>
                                        <p:attrNameLst>
                                          <p:attrName>ppt_w</p:attrName>
                                        </p:attrNameLst>
                                      </p:cBhvr>
                                      <p:tavLst>
                                        <p:tav>
                                          <p:val>
                                            <p:fltVal val="0"/>
                                          </p:val>
                                        </p:tav>
                                        <p:tav tm="100000">
                                          <p:val>
                                            <p:strVal val="#ppt_w"/>
                                          </p:val>
                                        </p:tav>
                                      </p:tavLst>
                                    </p:anim>
                                    <p:anim calcmode="lin" valueType="num">
                                      <p:cBhvr additive="repl">
                                        <p:cTn id="56" dur="500" fill="hold"/>
                                        <p:tgtEl>
                                          <p:spTgt spid="514"/>
                                        </p:tgtEl>
                                        <p:attrNameLst>
                                          <p:attrName>ppt_h</p:attrName>
                                        </p:attrNameLst>
                                      </p:cBhvr>
                                      <p:tavLst>
                                        <p:tav>
                                          <p:val>
                                            <p:fltVal val="0"/>
                                          </p:val>
                                        </p:tav>
                                        <p:tav tm="100000">
                                          <p:val>
                                            <p:strVal val="#ppt_h"/>
                                          </p:val>
                                        </p:tav>
                                      </p:tavLst>
                                    </p:anim>
                                    <p:animEffect transition="in" filter="fade">
                                      <p:cBhvr additive="repl">
                                        <p:cTn id="57" dur="500"/>
                                        <p:tgtEl>
                                          <p:spTgt spid="514"/>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fill="hold" nodeType="clickEffect">
                                  <p:stCondLst>
                                    <p:cond delay="0"/>
                                  </p:stCondLst>
                                  <p:endCondLst>
                                    <p:cond delay="0" evt="begin">
                                      <p:tn val="60"/>
                                    </p:cond>
                                  </p:endCondLst>
                                  <p:childTnLst>
                                    <p:set>
                                      <p:cBhvr>
                                        <p:cTn id="61" dur="1" fill="hold">
                                          <p:stCondLst>
                                            <p:cond delay="0"/>
                                          </p:stCondLst>
                                        </p:cTn>
                                        <p:tgtEl>
                                          <p:spTgt spid="513">
                                            <p:txEl>
                                              <p:pRg st="0" end="0"/>
                                            </p:txEl>
                                          </p:spTgt>
                                        </p:tgtEl>
                                        <p:attrNameLst>
                                          <p:attrName>style.visibility</p:attrName>
                                        </p:attrNameLst>
                                      </p:cBhvr>
                                      <p:to>
                                        <p:strVal val="visible"/>
                                      </p:to>
                                    </p:set>
                                    <p:animEffect transition="in" filter="fade">
                                      <p:cBhvr additive="repl">
                                        <p:cTn id="62" dur="1000"/>
                                        <p:tgtEl>
                                          <p:spTgt spid="513">
                                            <p:txEl>
                                              <p:pRg st="0" end="0"/>
                                            </p:txEl>
                                          </p:spTgt>
                                        </p:tgtEl>
                                      </p:cBhvr>
                                    </p:animEffect>
                                    <p:anim calcmode="lin" valueType="num">
                                      <p:cBhvr additive="repl">
                                        <p:cTn id="63" dur="1000" fill="hold"/>
                                        <p:tgtEl>
                                          <p:spTgt spid="513">
                                            <p:txEl>
                                              <p:pRg st="0" end="0"/>
                                            </p:txEl>
                                          </p:spTgt>
                                        </p:tgtEl>
                                        <p:attrNameLst>
                                          <p:attrName>ppt_x</p:attrName>
                                        </p:attrNameLst>
                                      </p:cBhvr>
                                      <p:tavLst>
                                        <p:tav>
                                          <p:val>
                                            <p:strVal val="#ppt_x"/>
                                          </p:val>
                                        </p:tav>
                                        <p:tav tm="100000">
                                          <p:val>
                                            <p:strVal val="#ppt_x"/>
                                          </p:val>
                                        </p:tav>
                                      </p:tavLst>
                                    </p:anim>
                                    <p:anim calcmode="lin" valueType="num">
                                      <p:cBhvr additive="repl">
                                        <p:cTn id="64" dur="1000" fill="hold"/>
                                        <p:tgtEl>
                                          <p:spTgt spid="513">
                                            <p:txEl>
                                              <p:pRg st="0" end="0"/>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lumMod val="95000"/>
          </a:schemeClr>
        </a:solidFill>
      </p:bgPr>
    </p:bg>
    <p:spTree>
      <p:nvGrpSpPr>
        <p:cNvPr id="1" name=""/>
        <p:cNvGrpSpPr/>
        <p:nvPr/>
      </p:nvGrpSpPr>
      <p:grpSpPr>
        <a:xfrm>
          <a:off x="0" y="0"/>
          <a:ext cx="0" cy="0"/>
          <a:chOff x="0" y="0"/>
          <a:chExt cx="0" cy="0"/>
        </a:xfrm>
      </p:grpSpPr>
      <p:pic>
        <p:nvPicPr>
          <p:cNvPr id="516" name="Picture 5"/>
          <p:cNvPicPr/>
          <p:nvPr/>
        </p:nvPicPr>
        <p:blipFill>
          <a:blip r:embed="rId1"/>
          <a:stretch/>
        </p:blipFill>
        <p:spPr>
          <a:xfrm>
            <a:off x="467280" y="6410520"/>
            <a:ext cx="3705480" cy="295200"/>
          </a:xfrm>
          <a:prstGeom prst="rect">
            <a:avLst/>
          </a:prstGeom>
          <a:noFill/>
          <a:ln w="0">
            <a:noFill/>
          </a:ln>
        </p:spPr>
      </p:pic>
      <p:pic>
        <p:nvPicPr>
          <p:cNvPr id="517" name="Picture 1"/>
          <p:cNvPicPr/>
          <p:nvPr/>
        </p:nvPicPr>
        <p:blipFill>
          <a:blip r:embed="rId2"/>
          <a:stretch/>
        </p:blipFill>
        <p:spPr>
          <a:xfrm flipH="1">
            <a:off x="51480" y="3820320"/>
            <a:ext cx="1726560" cy="3009240"/>
          </a:xfrm>
          <a:prstGeom prst="rect">
            <a:avLst/>
          </a:prstGeom>
          <a:noFill/>
          <a:ln w="0">
            <a:noFill/>
          </a:ln>
        </p:spPr>
      </p:pic>
      <p:sp>
        <p:nvSpPr>
          <p:cNvPr id="518" name="PlaceHolder 1"/>
          <p:cNvSpPr>
            <a:spLocks noGrp="1"/>
          </p:cNvSpPr>
          <p:nvPr>
            <p:ph/>
          </p:nvPr>
        </p:nvSpPr>
        <p:spPr>
          <a:xfrm>
            <a:off x="1592640" y="1260000"/>
            <a:ext cx="9027000" cy="4679640"/>
          </a:xfrm>
          <a:prstGeom prst="rect">
            <a:avLst/>
          </a:prstGeom>
          <a:noFill/>
          <a:ln w="0">
            <a:noFill/>
          </a:ln>
        </p:spPr>
        <p:txBody>
          <a:bodyPr lIns="91440" tIns="45720" rIns="91440" bIns="45720" anchor="t">
            <a:noAutofit/>
          </a:bodyPr>
          <a:p>
            <a:pPr marL="743040" indent="-285840" algn="l" defTabSz="457200">
              <a:lnSpc>
                <a:spcPct val="100000"/>
              </a:lnSpc>
              <a:spcBef>
                <a:spcPts val="1191"/>
              </a:spcBef>
              <a:spcAft>
                <a:spcPts val="992"/>
              </a:spcAft>
              <a:buClr>
                <a:srgbClr val="2E946B"/>
              </a:buClr>
              <a:buSzPct val="80000"/>
              <a:buFont typeface="Wingdings" charset="2"/>
              <a:buChar char=""/>
              <a:tabLst>
                <a:tab pos="0" algn="l"/>
              </a:tabLst>
            </a:pPr>
            <a:r>
              <a:rPr lang="en-US" sz="1600" b="1" u="none" strike="noStrike">
                <a:solidFill>
                  <a:schemeClr val="dk1">
                    <a:lumMod val="75000"/>
                    <a:lumOff val="25000"/>
                  </a:schemeClr>
                </a:solidFill>
                <a:effectLst/>
                <a:uFillTx/>
                <a:latin typeface="Trebuchet MS"/>
              </a:rPr>
              <a:t>Programming Language</a:t>
            </a:r>
            <a:endParaRPr lang="en-US" sz="1600" b="0" u="none" strike="noStrike">
              <a:solidFill>
                <a:schemeClr val="dk1">
                  <a:lumMod val="75000"/>
                  <a:lumOff val="25000"/>
                </a:schemeClr>
              </a:solidFill>
              <a:effectLst/>
              <a:uFillTx/>
              <a:latin typeface="Trebuchet MS"/>
            </a:endParaRPr>
          </a:p>
          <a:p>
            <a:pPr marL="864000" lvl="1" indent="-324000" algn="l" defTabSz="457200">
              <a:lnSpc>
                <a:spcPct val="100000"/>
              </a:lnSpc>
              <a:spcBef>
                <a:spcPts val="1001"/>
              </a:spcBef>
              <a:buClr>
                <a:srgbClr val="000000"/>
              </a:buClr>
              <a:buSzPct val="75000"/>
              <a:buFont typeface="Symbol" charset="2"/>
              <a:buChar char=""/>
              <a:tabLst>
                <a:tab pos="0" algn="l"/>
              </a:tabLst>
            </a:pPr>
            <a:r>
              <a:rPr lang="en-US" sz="1600" b="0" u="none" strike="noStrike">
                <a:solidFill>
                  <a:schemeClr val="dk1">
                    <a:lumMod val="75000"/>
                    <a:lumOff val="25000"/>
                  </a:schemeClr>
                </a:solidFill>
                <a:effectLst/>
                <a:uFillTx/>
                <a:latin typeface="Trebuchet MS"/>
              </a:rPr>
              <a:t>Python</a:t>
            </a:r>
            <a:endParaRPr lang="en-US" sz="1600" b="0" u="none" strike="noStrike">
              <a:solidFill>
                <a:schemeClr val="dk1">
                  <a:lumMod val="75000"/>
                  <a:lumOff val="25000"/>
                </a:schemeClr>
              </a:solidFill>
              <a:effectLst/>
              <a:uFillTx/>
              <a:latin typeface="Trebuchet MS"/>
            </a:endParaRPr>
          </a:p>
          <a:p>
            <a:pPr marL="743040" indent="-285840" algn="l" defTabSz="457200">
              <a:lnSpc>
                <a:spcPct val="100000"/>
              </a:lnSpc>
              <a:spcBef>
                <a:spcPts val="1191"/>
              </a:spcBef>
              <a:spcAft>
                <a:spcPts val="992"/>
              </a:spcAft>
              <a:buClr>
                <a:srgbClr val="2E946B"/>
              </a:buClr>
              <a:buSzPct val="80000"/>
              <a:buFont typeface="Wingdings" charset="2"/>
              <a:buChar char=""/>
              <a:tabLst>
                <a:tab pos="0" algn="l"/>
              </a:tabLst>
            </a:pPr>
            <a:r>
              <a:rPr lang="en-US" sz="1600" b="1" u="none" strike="noStrike">
                <a:solidFill>
                  <a:schemeClr val="dk1">
                    <a:lumMod val="75000"/>
                    <a:lumOff val="25000"/>
                  </a:schemeClr>
                </a:solidFill>
                <a:effectLst/>
                <a:uFillTx/>
                <a:latin typeface="Trebuchet MS"/>
              </a:rPr>
              <a:t>Libraries</a:t>
            </a:r>
            <a:endParaRPr lang="en-US" sz="1600" b="0" u="none" strike="noStrike">
              <a:solidFill>
                <a:schemeClr val="dk1">
                  <a:lumMod val="75000"/>
                  <a:lumOff val="25000"/>
                </a:schemeClr>
              </a:solidFill>
              <a:effectLst/>
              <a:uFillTx/>
              <a:latin typeface="Trebuchet MS"/>
            </a:endParaRPr>
          </a:p>
          <a:p>
            <a:pPr marL="864000" lvl="1" indent="-324000" algn="l" defTabSz="457200">
              <a:lnSpc>
                <a:spcPct val="100000"/>
              </a:lnSpc>
              <a:spcBef>
                <a:spcPts val="1001"/>
              </a:spcBef>
              <a:buClr>
                <a:srgbClr val="000000"/>
              </a:buClr>
              <a:buSzPct val="75000"/>
              <a:buFont typeface="Symbol" charset="2"/>
              <a:buChar char=""/>
              <a:tabLst>
                <a:tab pos="0" algn="l"/>
              </a:tabLst>
            </a:pPr>
            <a:r>
              <a:rPr lang="en-US" sz="1600" b="0" u="none" strike="noStrike">
                <a:solidFill>
                  <a:schemeClr val="dk1">
                    <a:lumMod val="75000"/>
                    <a:lumOff val="25000"/>
                  </a:schemeClr>
                </a:solidFill>
                <a:effectLst/>
                <a:uFillTx/>
                <a:latin typeface="Trebuchet MS"/>
              </a:rPr>
              <a:t>Pandas</a:t>
            </a:r>
            <a:endParaRPr lang="en-US" sz="1600" b="0" u="none" strike="noStrike">
              <a:solidFill>
                <a:schemeClr val="dk1">
                  <a:lumMod val="75000"/>
                  <a:lumOff val="25000"/>
                </a:schemeClr>
              </a:solidFill>
              <a:effectLst/>
              <a:uFillTx/>
              <a:latin typeface="Trebuchet MS"/>
            </a:endParaRPr>
          </a:p>
          <a:p>
            <a:pPr marL="864000" lvl="1" indent="-324000" algn="l" defTabSz="457200">
              <a:lnSpc>
                <a:spcPct val="100000"/>
              </a:lnSpc>
              <a:spcBef>
                <a:spcPts val="1001"/>
              </a:spcBef>
              <a:buClr>
                <a:srgbClr val="000000"/>
              </a:buClr>
              <a:buSzPct val="75000"/>
              <a:buFont typeface="Symbol" charset="2"/>
              <a:buChar char=""/>
              <a:tabLst>
                <a:tab pos="0" algn="l"/>
              </a:tabLst>
            </a:pPr>
            <a:r>
              <a:rPr lang="en-US" sz="1600" b="0" u="none" strike="noStrike">
                <a:solidFill>
                  <a:schemeClr val="dk1">
                    <a:lumMod val="75000"/>
                    <a:lumOff val="25000"/>
                  </a:schemeClr>
                </a:solidFill>
                <a:effectLst/>
                <a:uFillTx/>
                <a:latin typeface="Trebuchet MS"/>
              </a:rPr>
              <a:t>NumPy</a:t>
            </a:r>
            <a:endParaRPr lang="en-US" sz="1600" b="0" u="none" strike="noStrike">
              <a:solidFill>
                <a:schemeClr val="dk1">
                  <a:lumMod val="75000"/>
                  <a:lumOff val="25000"/>
                </a:schemeClr>
              </a:solidFill>
              <a:effectLst/>
              <a:uFillTx/>
              <a:latin typeface="Trebuchet MS"/>
            </a:endParaRPr>
          </a:p>
          <a:p>
            <a:pPr marL="864000" lvl="1" indent="-324000" algn="l" defTabSz="457200">
              <a:lnSpc>
                <a:spcPct val="100000"/>
              </a:lnSpc>
              <a:spcBef>
                <a:spcPts val="1001"/>
              </a:spcBef>
              <a:buClr>
                <a:srgbClr val="000000"/>
              </a:buClr>
              <a:buSzPct val="75000"/>
              <a:buFont typeface="Symbol" charset="2"/>
              <a:buChar char=""/>
              <a:tabLst>
                <a:tab pos="0" algn="l"/>
              </a:tabLst>
            </a:pPr>
            <a:r>
              <a:rPr lang="en-US" sz="1600" b="0" u="none" strike="noStrike">
                <a:solidFill>
                  <a:schemeClr val="dk1">
                    <a:lumMod val="75000"/>
                    <a:lumOff val="25000"/>
                  </a:schemeClr>
                </a:solidFill>
                <a:effectLst/>
                <a:uFillTx/>
                <a:latin typeface="Trebuchet MS"/>
              </a:rPr>
              <a:t>Matplotlib</a:t>
            </a:r>
            <a:endParaRPr lang="en-US" sz="1600" b="0" u="none" strike="noStrike">
              <a:solidFill>
                <a:schemeClr val="dk1">
                  <a:lumMod val="75000"/>
                  <a:lumOff val="25000"/>
                </a:schemeClr>
              </a:solidFill>
              <a:effectLst/>
              <a:uFillTx/>
              <a:latin typeface="Trebuchet MS"/>
            </a:endParaRPr>
          </a:p>
          <a:p>
            <a:pPr marL="864000" lvl="1" indent="-324000" algn="l" defTabSz="457200">
              <a:lnSpc>
                <a:spcPct val="100000"/>
              </a:lnSpc>
              <a:spcBef>
                <a:spcPts val="1001"/>
              </a:spcBef>
              <a:buClr>
                <a:srgbClr val="000000"/>
              </a:buClr>
              <a:buSzPct val="75000"/>
              <a:buFont typeface="Symbol" charset="2"/>
              <a:buChar char=""/>
              <a:tabLst>
                <a:tab pos="0" algn="l"/>
              </a:tabLst>
            </a:pPr>
            <a:r>
              <a:rPr lang="en-US" sz="1600" b="0" u="none" strike="noStrike">
                <a:solidFill>
                  <a:schemeClr val="dk1">
                    <a:lumMod val="75000"/>
                    <a:lumOff val="25000"/>
                  </a:schemeClr>
                </a:solidFill>
                <a:effectLst/>
                <a:uFillTx/>
                <a:latin typeface="Trebuchet MS"/>
              </a:rPr>
              <a:t>Seaborn</a:t>
            </a:r>
            <a:endParaRPr lang="en-US" sz="1600" b="0" u="none" strike="noStrike">
              <a:solidFill>
                <a:schemeClr val="dk1">
                  <a:lumMod val="75000"/>
                  <a:lumOff val="25000"/>
                </a:schemeClr>
              </a:solidFill>
              <a:effectLst/>
              <a:uFillTx/>
              <a:latin typeface="Trebuchet MS"/>
            </a:endParaRPr>
          </a:p>
          <a:p>
            <a:pPr marL="743040" indent="-285840" algn="l" defTabSz="457200">
              <a:lnSpc>
                <a:spcPct val="100000"/>
              </a:lnSpc>
              <a:spcBef>
                <a:spcPts val="1191"/>
              </a:spcBef>
              <a:spcAft>
                <a:spcPts val="992"/>
              </a:spcAft>
              <a:buClr>
                <a:srgbClr val="2E946B"/>
              </a:buClr>
              <a:buSzPct val="80000"/>
              <a:buFont typeface="Wingdings" charset="2"/>
              <a:buChar char=""/>
              <a:tabLst>
                <a:tab pos="0" algn="l"/>
              </a:tabLst>
            </a:pPr>
            <a:r>
              <a:rPr lang="en-US" sz="1600" b="1" u="none" strike="noStrike">
                <a:solidFill>
                  <a:schemeClr val="dk1">
                    <a:lumMod val="75000"/>
                    <a:lumOff val="25000"/>
                  </a:schemeClr>
                </a:solidFill>
                <a:effectLst/>
                <a:uFillTx/>
                <a:latin typeface="Trebuchet MS"/>
              </a:rPr>
              <a:t>Development Platform</a:t>
            </a:r>
            <a:endParaRPr lang="en-US" sz="1600" b="0" u="none" strike="noStrike">
              <a:solidFill>
                <a:schemeClr val="dk1">
                  <a:lumMod val="75000"/>
                  <a:lumOff val="25000"/>
                </a:schemeClr>
              </a:solidFill>
              <a:effectLst/>
              <a:uFillTx/>
              <a:latin typeface="Trebuchet MS"/>
            </a:endParaRPr>
          </a:p>
          <a:p>
            <a:pPr marL="864000" lvl="1" indent="-324000" algn="l" defTabSz="457200">
              <a:lnSpc>
                <a:spcPct val="100000"/>
              </a:lnSpc>
              <a:spcBef>
                <a:spcPts val="1001"/>
              </a:spcBef>
              <a:buClr>
                <a:srgbClr val="000000"/>
              </a:buClr>
              <a:buSzPct val="75000"/>
              <a:buFont typeface="Symbol" charset="2"/>
              <a:buChar char=""/>
              <a:tabLst>
                <a:tab pos="0" algn="l"/>
              </a:tabLst>
            </a:pPr>
            <a:r>
              <a:rPr lang="en-US" sz="1600" b="0" u="none" strike="noStrike">
                <a:solidFill>
                  <a:schemeClr val="dk1">
                    <a:lumMod val="75000"/>
                    <a:lumOff val="25000"/>
                  </a:schemeClr>
                </a:solidFill>
                <a:effectLst/>
                <a:uFillTx/>
                <a:latin typeface="Trebuchet MS"/>
              </a:rPr>
              <a:t>Google Colab</a:t>
            </a:r>
            <a:endParaRPr lang="en-US" sz="1600" b="0" u="none" strike="noStrike">
              <a:solidFill>
                <a:schemeClr val="dk1">
                  <a:lumMod val="75000"/>
                  <a:lumOff val="25000"/>
                </a:schemeClr>
              </a:solidFill>
              <a:effectLst/>
              <a:uFillTx/>
              <a:latin typeface="Trebuchet MS"/>
            </a:endParaRPr>
          </a:p>
          <a:p>
            <a:pPr marL="743040" indent="-285840" algn="l" defTabSz="457200">
              <a:lnSpc>
                <a:spcPct val="100000"/>
              </a:lnSpc>
              <a:spcBef>
                <a:spcPts val="1191"/>
              </a:spcBef>
              <a:spcAft>
                <a:spcPts val="992"/>
              </a:spcAft>
              <a:buClr>
                <a:srgbClr val="2E946B"/>
              </a:buClr>
              <a:buSzPct val="80000"/>
              <a:buFont typeface="Wingdings" charset="2"/>
              <a:buChar char=""/>
              <a:tabLst>
                <a:tab pos="0" algn="l"/>
              </a:tabLst>
            </a:pPr>
            <a:r>
              <a:rPr lang="en-US" sz="1600" b="1" u="none" strike="noStrike">
                <a:solidFill>
                  <a:schemeClr val="dk1">
                    <a:lumMod val="75000"/>
                    <a:lumOff val="25000"/>
                  </a:schemeClr>
                </a:solidFill>
                <a:effectLst/>
                <a:uFillTx/>
                <a:latin typeface="Trebuchet MS"/>
              </a:rPr>
              <a:t>Dataset</a:t>
            </a:r>
            <a:endParaRPr lang="en-US" sz="1600" b="0" u="none" strike="noStrike">
              <a:solidFill>
                <a:schemeClr val="dk1">
                  <a:lumMod val="75000"/>
                  <a:lumOff val="25000"/>
                </a:schemeClr>
              </a:solidFill>
              <a:effectLst/>
              <a:uFillTx/>
              <a:latin typeface="Trebuchet MS"/>
            </a:endParaRPr>
          </a:p>
          <a:p>
            <a:pPr marL="864000" lvl="1" indent="-324000" algn="l" defTabSz="457200">
              <a:lnSpc>
                <a:spcPct val="100000"/>
              </a:lnSpc>
              <a:spcBef>
                <a:spcPts val="1001"/>
              </a:spcBef>
              <a:buClr>
                <a:srgbClr val="000000"/>
              </a:buClr>
              <a:buSzPct val="75000"/>
              <a:buFont typeface="Symbol" charset="2"/>
              <a:buChar char=""/>
              <a:tabLst>
                <a:tab pos="0" algn="l"/>
              </a:tabLst>
            </a:pPr>
            <a:r>
              <a:rPr lang="en-US" sz="1600" b="0" u="none" strike="noStrike">
                <a:solidFill>
                  <a:schemeClr val="dk1">
                    <a:lumMod val="75000"/>
                    <a:lumOff val="25000"/>
                  </a:schemeClr>
                </a:solidFill>
                <a:effectLst/>
                <a:uFillTx/>
                <a:latin typeface="Trebuchet MS"/>
              </a:rPr>
              <a:t>Car Dekho Vehicle free Dataset</a:t>
            </a:r>
            <a:endParaRPr lang="en-US" sz="1600" b="0" u="none" strike="noStrike">
              <a:solidFill>
                <a:schemeClr val="dk1">
                  <a:lumMod val="75000"/>
                  <a:lumOff val="25000"/>
                </a:schemeClr>
              </a:solidFill>
              <a:effectLst/>
              <a:uFillTx/>
              <a:latin typeface="Trebuchet MS"/>
            </a:endParaRPr>
          </a:p>
        </p:txBody>
      </p:sp>
      <p:sp>
        <p:nvSpPr>
          <p:cNvPr id="519" name="PlaceHolder 2"/>
          <p:cNvSpPr>
            <a:spLocks noGrp="1"/>
          </p:cNvSpPr>
          <p:nvPr>
            <p:ph type="title"/>
          </p:nvPr>
        </p:nvSpPr>
        <p:spPr>
          <a:xfrm>
            <a:off x="2073960" y="430560"/>
            <a:ext cx="5305680" cy="847080"/>
          </a:xfrm>
          <a:prstGeom prst="rect">
            <a:avLst/>
          </a:prstGeom>
          <a:noFill/>
          <a:ln w="0">
            <a:noFill/>
          </a:ln>
        </p:spPr>
        <p:txBody>
          <a:bodyPr lIns="91440" tIns="45720" rIns="91440" bIns="45720" anchor="t">
            <a:normAutofit/>
          </a:bodyPr>
          <a:p>
            <a:pPr indent="0" algn="l" defTabSz="457200">
              <a:lnSpc>
                <a:spcPct val="100000"/>
              </a:lnSpc>
              <a:buNone/>
              <a:tabLst>
                <a:tab pos="0" algn="l"/>
              </a:tabLst>
            </a:pPr>
            <a:r>
              <a:rPr lang="en-US" sz="4800" b="1" u="none" strike="noStrike">
                <a:solidFill>
                  <a:schemeClr val="dk1"/>
                </a:solidFill>
                <a:effectLst/>
                <a:uFillTx/>
                <a:latin typeface="Trebuchet MS"/>
              </a:rPr>
              <a:t>Technology Used</a:t>
            </a:r>
            <a:endParaRPr lang="en-US" sz="4800" b="1" u="none" strike="noStrike">
              <a:solidFill>
                <a:schemeClr val="dk1"/>
              </a:solidFill>
              <a:effectLst/>
              <a:uFillTx/>
              <a:latin typeface="Trebuchet MS"/>
            </a:endParaRPr>
          </a:p>
        </p:txBody>
      </p:sp>
    </p:spTree>
  </p:cSld>
  <mc:AlternateContent>
    <mc:Choice Requires="p14">
      <p:transition spd="slow" p14:dur="2000"/>
    </mc:Choice>
    <mc:Fallback>
      <p:transition spd="slow"/>
    </mc:Fallback>
  </mc:AlternateContent>
  <p:timing>
    <p:tnLst>
      <p:par>
        <p:cTn id="65" dur="indefinite" restart="never" nodeType="tmRoot">
          <p:childTnLst>
            <p:seq>
              <p:cTn id="66" dur="indefinite" nodeType="mainSeq">
                <p:childTnLst>
                  <p:par>
                    <p:cTn id="67" fill="hold">
                      <p:stCondLst>
                        <p:cond delay="indefinite"/>
                      </p:stCondLst>
                      <p:childTnLst>
                        <p:par>
                          <p:cTn id="68" fill="hold">
                            <p:stCondLst>
                              <p:cond delay="0"/>
                            </p:stCondLst>
                            <p:childTnLst>
                              <p:par>
                                <p:cTn id="69" presetID="53" presetClass="entr" fill="hold" nodeType="clickEffect" presetSubtype="16">
                                  <p:stCondLst>
                                    <p:cond delay="0"/>
                                  </p:stCondLst>
                                  <p:childTnLst>
                                    <p:set>
                                      <p:cBhvr>
                                        <p:cTn id="70" dur="1" fill="hold">
                                          <p:stCondLst>
                                            <p:cond delay="0"/>
                                          </p:stCondLst>
                                        </p:cTn>
                                        <p:tgtEl>
                                          <p:spTgt spid="519"/>
                                        </p:tgtEl>
                                        <p:attrNameLst>
                                          <p:attrName>style.visibility</p:attrName>
                                        </p:attrNameLst>
                                      </p:cBhvr>
                                      <p:to>
                                        <p:strVal val="visible"/>
                                      </p:to>
                                    </p:set>
                                    <p:anim calcmode="lin" valueType="num">
                                      <p:cBhvr additive="repl">
                                        <p:cTn id="71" dur="500" fill="hold"/>
                                        <p:tgtEl>
                                          <p:spTgt spid="519"/>
                                        </p:tgtEl>
                                        <p:attrNameLst>
                                          <p:attrName>ppt_w</p:attrName>
                                        </p:attrNameLst>
                                      </p:cBhvr>
                                      <p:tavLst>
                                        <p:tav>
                                          <p:val>
                                            <p:fltVal val="0"/>
                                          </p:val>
                                        </p:tav>
                                        <p:tav tm="100000">
                                          <p:val>
                                            <p:strVal val="#ppt_w"/>
                                          </p:val>
                                        </p:tav>
                                      </p:tavLst>
                                    </p:anim>
                                    <p:anim calcmode="lin" valueType="num">
                                      <p:cBhvr additive="repl">
                                        <p:cTn id="72" dur="500" fill="hold"/>
                                        <p:tgtEl>
                                          <p:spTgt spid="519"/>
                                        </p:tgtEl>
                                        <p:attrNameLst>
                                          <p:attrName>ppt_h</p:attrName>
                                        </p:attrNameLst>
                                      </p:cBhvr>
                                      <p:tavLst>
                                        <p:tav>
                                          <p:val>
                                            <p:fltVal val="0"/>
                                          </p:val>
                                        </p:tav>
                                        <p:tav tm="100000">
                                          <p:val>
                                            <p:strVal val="#ppt_h"/>
                                          </p:val>
                                        </p:tav>
                                      </p:tavLst>
                                    </p:anim>
                                    <p:animEffect transition="in" filter="fade">
                                      <p:cBhvr additive="repl">
                                        <p:cTn id="73" dur="500"/>
                                        <p:tgtEl>
                                          <p:spTgt spid="519"/>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entr" fill="hold" nodeType="clickEffect">
                                  <p:stCondLst>
                                    <p:cond delay="0"/>
                                  </p:stCondLst>
                                  <p:endCondLst>
                                    <p:cond delay="0" evt="begin">
                                      <p:tn val="76"/>
                                    </p:cond>
                                  </p:endCondLst>
                                  <p:childTnLst>
                                    <p:set>
                                      <p:cBhvr>
                                        <p:cTn id="77" dur="1" fill="hold">
                                          <p:stCondLst>
                                            <p:cond delay="0"/>
                                          </p:stCondLst>
                                        </p:cTn>
                                        <p:tgtEl>
                                          <p:spTgt spid="518">
                                            <p:txEl>
                                              <p:pRg st="0" end="0"/>
                                            </p:txEl>
                                          </p:spTgt>
                                        </p:tgtEl>
                                        <p:attrNameLst>
                                          <p:attrName>style.visibility</p:attrName>
                                        </p:attrNameLst>
                                      </p:cBhvr>
                                      <p:to>
                                        <p:strVal val="visible"/>
                                      </p:to>
                                    </p:set>
                                    <p:animEffect transition="in" filter="fade">
                                      <p:cBhvr additive="repl">
                                        <p:cTn id="78" dur="1000"/>
                                        <p:tgtEl>
                                          <p:spTgt spid="518">
                                            <p:txEl>
                                              <p:pRg st="0" end="0"/>
                                            </p:txEl>
                                          </p:spTgt>
                                        </p:tgtEl>
                                      </p:cBhvr>
                                    </p:animEffect>
                                    <p:anim calcmode="lin" valueType="num">
                                      <p:cBhvr additive="repl">
                                        <p:cTn id="79" dur="1000" fill="hold"/>
                                        <p:tgtEl>
                                          <p:spTgt spid="518">
                                            <p:txEl>
                                              <p:pRg st="0" end="0"/>
                                            </p:txEl>
                                          </p:spTgt>
                                        </p:tgtEl>
                                        <p:attrNameLst>
                                          <p:attrName>ppt_x</p:attrName>
                                        </p:attrNameLst>
                                      </p:cBhvr>
                                      <p:tavLst>
                                        <p:tav>
                                          <p:val>
                                            <p:strVal val="#ppt_x"/>
                                          </p:val>
                                        </p:tav>
                                        <p:tav tm="100000">
                                          <p:val>
                                            <p:strVal val="#ppt_x"/>
                                          </p:val>
                                        </p:tav>
                                      </p:tavLst>
                                    </p:anim>
                                    <p:anim calcmode="lin" valueType="num">
                                      <p:cBhvr additive="repl">
                                        <p:cTn id="80" dur="1000" fill="hold"/>
                                        <p:tgtEl>
                                          <p:spTgt spid="518">
                                            <p:txEl>
                                              <p:pRg st="0" end="0"/>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0" name="Picture 4"/>
          <p:cNvPicPr/>
          <p:nvPr/>
        </p:nvPicPr>
        <p:blipFill>
          <a:blip r:embed="rId1"/>
          <a:srcRect l="0" t="96179" r="0" b="0"/>
          <a:stretch/>
        </p:blipFill>
        <p:spPr>
          <a:xfrm>
            <a:off x="676080" y="6472080"/>
            <a:ext cx="2142360" cy="192240"/>
          </a:xfrm>
          <a:prstGeom prst="rect">
            <a:avLst/>
          </a:prstGeom>
          <a:noFill/>
          <a:ln w="0">
            <a:noFill/>
          </a:ln>
        </p:spPr>
      </p:pic>
      <p:sp>
        <p:nvSpPr>
          <p:cNvPr id="521" name="PlaceHolder 1"/>
          <p:cNvSpPr>
            <a:spLocks noGrp="1"/>
          </p:cNvSpPr>
          <p:nvPr>
            <p:ph type="title"/>
          </p:nvPr>
        </p:nvSpPr>
        <p:spPr>
          <a:xfrm>
            <a:off x="676080" y="370440"/>
            <a:ext cx="2980800" cy="830160"/>
          </a:xfrm>
          <a:prstGeom prst="rect">
            <a:avLst/>
          </a:prstGeom>
          <a:noFill/>
          <a:ln w="0">
            <a:noFill/>
          </a:ln>
        </p:spPr>
        <p:txBody>
          <a:bodyPr lIns="91440" tIns="45720" rIns="91440" bIns="45720" anchor="t">
            <a:normAutofit/>
          </a:bodyPr>
          <a:p>
            <a:pPr indent="0" algn="l" defTabSz="457200">
              <a:lnSpc>
                <a:spcPct val="100000"/>
              </a:lnSpc>
              <a:buNone/>
              <a:tabLst>
                <a:tab pos="0" algn="l"/>
              </a:tabLst>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522" name="Text Placeholder 30"/>
          <p:cNvSpPr/>
          <p:nvPr/>
        </p:nvSpPr>
        <p:spPr>
          <a:xfrm>
            <a:off x="321120" y="1275480"/>
            <a:ext cx="3342960" cy="66528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23" name="Text Placeholder 30"/>
          <p:cNvSpPr/>
          <p:nvPr/>
        </p:nvSpPr>
        <p:spPr>
          <a:xfrm>
            <a:off x="4345560" y="1275480"/>
            <a:ext cx="3342960" cy="66528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pic>
        <p:nvPicPr>
          <p:cNvPr id="524" name="Picture 487" descr="Screenshot 2026-08-30 123401(3).png"/>
          <p:cNvPicPr/>
          <p:nvPr/>
        </p:nvPicPr>
        <p:blipFill>
          <a:blip r:embed="rId2"/>
          <a:stretch/>
        </p:blipFill>
        <p:spPr>
          <a:xfrm>
            <a:off x="502920" y="1417320"/>
            <a:ext cx="5166000" cy="2450160"/>
          </a:xfrm>
          <a:prstGeom prst="rect">
            <a:avLst/>
          </a:prstGeom>
          <a:noFill/>
          <a:ln w="0">
            <a:noFill/>
          </a:ln>
        </p:spPr>
      </p:pic>
      <p:pic>
        <p:nvPicPr>
          <p:cNvPr id="525" name="Picture 488" descr="Screenshot 2026-08-30 123919(2).png"/>
          <p:cNvPicPr/>
          <p:nvPr/>
        </p:nvPicPr>
        <p:blipFill>
          <a:blip r:embed="rId3"/>
          <a:stretch/>
        </p:blipFill>
        <p:spPr>
          <a:xfrm>
            <a:off x="5989320" y="1417320"/>
            <a:ext cx="5166000" cy="2450160"/>
          </a:xfrm>
          <a:prstGeom prst="rect">
            <a:avLst/>
          </a:prstGeom>
          <a:noFill/>
          <a:ln w="0">
            <a:noFill/>
          </a:ln>
        </p:spPr>
      </p:pic>
      <p:pic>
        <p:nvPicPr>
          <p:cNvPr id="526" name="Picture 489" descr="Screenshot 2026-08-30 123938(2).png"/>
          <p:cNvPicPr/>
          <p:nvPr/>
        </p:nvPicPr>
        <p:blipFill>
          <a:blip r:embed="rId4"/>
          <a:stretch/>
        </p:blipFill>
        <p:spPr>
          <a:xfrm>
            <a:off x="502920" y="4069080"/>
            <a:ext cx="5166000" cy="2450160"/>
          </a:xfrm>
          <a:prstGeom prst="rect">
            <a:avLst/>
          </a:prstGeom>
          <a:noFill/>
          <a:ln w="0">
            <a:noFill/>
          </a:ln>
        </p:spPr>
      </p:pic>
      <p:pic>
        <p:nvPicPr>
          <p:cNvPr id="527" name="Picture 490" descr="Screenshot 2026-08-30 124058(1).png"/>
          <p:cNvPicPr/>
          <p:nvPr/>
        </p:nvPicPr>
        <p:blipFill>
          <a:blip r:embed="rId5"/>
          <a:stretch/>
        </p:blipFill>
        <p:spPr>
          <a:xfrm>
            <a:off x="5989320" y="4069080"/>
            <a:ext cx="5166000" cy="2450160"/>
          </a:xfrm>
          <a:prstGeom prst="rect">
            <a:avLst/>
          </a:prstGeom>
          <a:noFill/>
          <a:ln w="0">
            <a:noFill/>
          </a:ln>
        </p:spPr>
      </p:pic>
    </p:spTree>
  </p:cSld>
  <mc:AlternateContent>
    <mc:Choice Requires="p14">
      <p:transition spd="slow" p14:dur="2000"/>
    </mc:Choice>
    <mc:Fallback>
      <p:transition spd="slow"/>
    </mc:Fallback>
  </mc:AlternateContent>
  <p:timing>
    <p:tnLst>
      <p:par>
        <p:cTn id="81" dur="indefinite" restart="never" nodeType="tmRoot">
          <p:childTnLst>
            <p:seq>
              <p:cTn id="82" dur="indefinite" nodeType="mainSeq">
                <p:childTnLst>
                  <p:par>
                    <p:cTn id="83" fill="hold">
                      <p:stCondLst>
                        <p:cond delay="indefinite"/>
                      </p:stCondLst>
                      <p:childTnLst>
                        <p:par>
                          <p:cTn id="84" fill="hold">
                            <p:stCondLst>
                              <p:cond delay="0"/>
                            </p:stCondLst>
                            <p:childTnLst>
                              <p:par>
                                <p:cTn id="85" presetID="53" presetClass="entr" fill="hold" nodeType="clickEffect" presetSubtype="16">
                                  <p:stCondLst>
                                    <p:cond delay="0"/>
                                  </p:stCondLst>
                                  <p:childTnLst>
                                    <p:set>
                                      <p:cBhvr>
                                        <p:cTn id="86" dur="1" fill="hold">
                                          <p:stCondLst>
                                            <p:cond delay="0"/>
                                          </p:stCondLst>
                                        </p:cTn>
                                        <p:tgtEl>
                                          <p:spTgt spid="521"/>
                                        </p:tgtEl>
                                        <p:attrNameLst>
                                          <p:attrName>style.visibility</p:attrName>
                                        </p:attrNameLst>
                                      </p:cBhvr>
                                      <p:to>
                                        <p:strVal val="visible"/>
                                      </p:to>
                                    </p:set>
                                    <p:anim calcmode="lin" valueType="num">
                                      <p:cBhvr additive="repl">
                                        <p:cTn id="87" dur="500" fill="hold"/>
                                        <p:tgtEl>
                                          <p:spTgt spid="521"/>
                                        </p:tgtEl>
                                        <p:attrNameLst>
                                          <p:attrName>ppt_w</p:attrName>
                                        </p:attrNameLst>
                                      </p:cBhvr>
                                      <p:tavLst>
                                        <p:tav>
                                          <p:val>
                                            <p:fltVal val="0"/>
                                          </p:val>
                                        </p:tav>
                                        <p:tav tm="100000">
                                          <p:val>
                                            <p:strVal val="#ppt_w"/>
                                          </p:val>
                                        </p:tav>
                                      </p:tavLst>
                                    </p:anim>
                                    <p:anim calcmode="lin" valueType="num">
                                      <p:cBhvr additive="repl">
                                        <p:cTn id="88" dur="500" fill="hold"/>
                                        <p:tgtEl>
                                          <p:spTgt spid="521"/>
                                        </p:tgtEl>
                                        <p:attrNameLst>
                                          <p:attrName>ppt_h</p:attrName>
                                        </p:attrNameLst>
                                      </p:cBhvr>
                                      <p:tavLst>
                                        <p:tav>
                                          <p:val>
                                            <p:fltVal val="0"/>
                                          </p:val>
                                        </p:tav>
                                        <p:tav tm="100000">
                                          <p:val>
                                            <p:strVal val="#ppt_h"/>
                                          </p:val>
                                        </p:tav>
                                      </p:tavLst>
                                    </p:anim>
                                    <p:animEffect transition="in" filter="fade">
                                      <p:cBhvr additive="repl">
                                        <p:cTn id="89" dur="500"/>
                                        <p:tgtEl>
                                          <p:spTgt spid="521"/>
                                        </p:tgtEl>
                                      </p:cBhvr>
                                    </p:animEffect>
                                  </p:childTnLst>
                                </p:cTn>
                              </p:par>
                            </p:childTnLst>
                          </p:cTn>
                        </p:par>
                      </p:childTnLst>
                    </p:cTn>
                  </p:par>
                  <p:par>
                    <p:cTn id="90" fill="hold">
                      <p:stCondLst>
                        <p:cond delay="indefinite"/>
                      </p:stCondLst>
                      <p:childTnLst>
                        <p:par>
                          <p:cTn id="91" fill="hold">
                            <p:stCondLst>
                              <p:cond delay="0"/>
                            </p:stCondLst>
                            <p:childTnLst>
                              <p:par>
                                <p:cTn id="92" presetID="42" presetClass="entr" fill="hold" nodeType="clickEffect">
                                  <p:stCondLst>
                                    <p:cond delay="0"/>
                                  </p:stCondLst>
                                  <p:endCondLst>
                                    <p:cond delay="0" evt="begin">
                                      <p:tn val="92"/>
                                    </p:cond>
                                  </p:endCondLst>
                                  <p:childTnLst>
                                    <p:set>
                                      <p:cBhvr>
                                        <p:cTn id="93" dur="1" fill="hold">
                                          <p:stCondLst>
                                            <p:cond delay="0"/>
                                          </p:stCondLst>
                                        </p:cTn>
                                        <p:tgtEl>
                                          <p:spTgt spid="522"/>
                                        </p:tgtEl>
                                        <p:attrNameLst>
                                          <p:attrName>style.visibility</p:attrName>
                                        </p:attrNameLst>
                                      </p:cBhvr>
                                      <p:to>
                                        <p:strVal val="visible"/>
                                      </p:to>
                                    </p:set>
                                    <p:animEffect transition="in" filter="fade">
                                      <p:cBhvr additive="repl">
                                        <p:cTn id="94" dur="1000"/>
                                        <p:tgtEl>
                                          <p:spTgt spid="522"/>
                                        </p:tgtEl>
                                      </p:cBhvr>
                                    </p:animEffect>
                                    <p:anim calcmode="lin" valueType="num">
                                      <p:cBhvr additive="repl">
                                        <p:cTn id="95" dur="1000" fill="hold"/>
                                        <p:tgtEl>
                                          <p:spTgt spid="522"/>
                                        </p:tgtEl>
                                        <p:attrNameLst>
                                          <p:attrName>ppt_x</p:attrName>
                                        </p:attrNameLst>
                                      </p:cBhvr>
                                      <p:tavLst>
                                        <p:tav>
                                          <p:val>
                                            <p:strVal val="#ppt_x"/>
                                          </p:val>
                                        </p:tav>
                                        <p:tav tm="100000">
                                          <p:val>
                                            <p:strVal val="#ppt_x"/>
                                          </p:val>
                                        </p:tav>
                                      </p:tavLst>
                                    </p:anim>
                                    <p:anim calcmode="lin" valueType="num">
                                      <p:cBhvr additive="repl">
                                        <p:cTn id="96" dur="1000" fill="hold"/>
                                        <p:tgtEl>
                                          <p:spTgt spid="522"/>
                                        </p:tgtEl>
                                        <p:attrNameLst>
                                          <p:attrName>ppt_y</p:attrName>
                                        </p:attrNameLst>
                                      </p:cBhvr>
                                      <p:tavLst>
                                        <p:tav>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2" presetClass="entr" fill="hold" nodeType="clickEffect">
                                  <p:stCondLst>
                                    <p:cond delay="0"/>
                                  </p:stCondLst>
                                  <p:endCondLst>
                                    <p:cond delay="0" evt="begin">
                                      <p:tn val="99"/>
                                    </p:cond>
                                  </p:endCondLst>
                                  <p:childTnLst>
                                    <p:set>
                                      <p:cBhvr>
                                        <p:cTn id="100" dur="1" fill="hold">
                                          <p:stCondLst>
                                            <p:cond delay="0"/>
                                          </p:stCondLst>
                                        </p:cTn>
                                        <p:tgtEl>
                                          <p:spTgt spid="523"/>
                                        </p:tgtEl>
                                        <p:attrNameLst>
                                          <p:attrName>style.visibility</p:attrName>
                                        </p:attrNameLst>
                                      </p:cBhvr>
                                      <p:to>
                                        <p:strVal val="visible"/>
                                      </p:to>
                                    </p:set>
                                    <p:animEffect transition="in" filter="fade">
                                      <p:cBhvr additive="repl">
                                        <p:cTn id="101" dur="1000"/>
                                        <p:tgtEl>
                                          <p:spTgt spid="523"/>
                                        </p:tgtEl>
                                      </p:cBhvr>
                                    </p:animEffect>
                                    <p:anim calcmode="lin" valueType="num">
                                      <p:cBhvr additive="repl">
                                        <p:cTn id="102" dur="1000" fill="hold"/>
                                        <p:tgtEl>
                                          <p:spTgt spid="523"/>
                                        </p:tgtEl>
                                        <p:attrNameLst>
                                          <p:attrName>ppt_x</p:attrName>
                                        </p:attrNameLst>
                                      </p:cBhvr>
                                      <p:tavLst>
                                        <p:tav>
                                          <p:val>
                                            <p:strVal val="#ppt_x"/>
                                          </p:val>
                                        </p:tav>
                                        <p:tav tm="100000">
                                          <p:val>
                                            <p:strVal val="#ppt_x"/>
                                          </p:val>
                                        </p:tav>
                                      </p:tavLst>
                                    </p:anim>
                                    <p:anim calcmode="lin" valueType="num">
                                      <p:cBhvr additive="repl">
                                        <p:cTn id="103" dur="1000" fill="hold"/>
                                        <p:tgtEl>
                                          <p:spTgt spid="523"/>
                                        </p:tgtEl>
                                        <p:attrNameLst>
                                          <p:attrName>ppt_y</p:attrName>
                                        </p:attrNameLst>
                                      </p:cBhvr>
                                      <p:tavLst>
                                        <p:tav>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2" presetClass="entr" fill="hold" nodeType="clickEffect">
                                  <p:stCondLst>
                                    <p:cond delay="0"/>
                                  </p:stCondLst>
                                  <p:childTnLst>
                                    <p:set>
                                      <p:cBhvr>
                                        <p:cTn id="107" dur="1" fill="hold">
                                          <p:stCondLst>
                                            <p:cond delay="0"/>
                                          </p:stCondLst>
                                        </p:cTn>
                                        <p:tgtEl>
                                          <p:spTgt spid="525">
                                            <p:txEl>
                                              <p:pRg st="0" end="0"/>
                                            </p:txEl>
                                          </p:spTgt>
                                        </p:tgtEl>
                                        <p:attrNameLst>
                                          <p:attrName>style.visibility</p:attrName>
                                        </p:attrNameLst>
                                      </p:cBhvr>
                                      <p:to>
                                        <p:strVal val="visible"/>
                                      </p:to>
                                    </p:set>
                                    <p:animEffect transition="in" filter="fade">
                                      <p:cBhvr additive="repl">
                                        <p:cTn id="108" dur="1000"/>
                                        <p:tgtEl>
                                          <p:spTgt spid="525">
                                            <p:txEl>
                                              <p:pRg st="0" end="0"/>
                                            </p:txEl>
                                          </p:spTgt>
                                        </p:tgtEl>
                                      </p:cBhvr>
                                    </p:animEffect>
                                    <p:anim calcmode="lin" valueType="num">
                                      <p:cBhvr additive="repl">
                                        <p:cTn id="109" dur="1000" fill="hold"/>
                                        <p:tgtEl>
                                          <p:spTgt spid="525">
                                            <p:txEl>
                                              <p:pRg st="0" end="0"/>
                                            </p:txEl>
                                          </p:spTgt>
                                        </p:tgtEl>
                                        <p:attrNameLst>
                                          <p:attrName>ppt_x</p:attrName>
                                        </p:attrNameLst>
                                      </p:cBhvr>
                                      <p:tavLst>
                                        <p:tav>
                                          <p:val>
                                            <p:strVal val="#ppt_x"/>
                                          </p:val>
                                        </p:tav>
                                        <p:tav tm="100000">
                                          <p:val>
                                            <p:strVal val="#ppt_x"/>
                                          </p:val>
                                        </p:tav>
                                      </p:tavLst>
                                    </p:anim>
                                    <p:anim calcmode="lin" valueType="num">
                                      <p:cBhvr additive="repl">
                                        <p:cTn id="110" dur="1000" fill="hold"/>
                                        <p:tgtEl>
                                          <p:spTgt spid="525">
                                            <p:txEl>
                                              <p:pRg st="0" end="0"/>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ubTitle"/>
          </p:nvPr>
        </p:nvSpPr>
        <p:spPr>
          <a:xfrm>
            <a:off x="5353560" y="2511720"/>
            <a:ext cx="1484280" cy="1367280"/>
          </a:xfrm>
          <a:prstGeom prst="rect">
            <a:avLst/>
          </a:prstGeom>
          <a:noFill/>
          <a:ln w="0">
            <a:noFill/>
          </a:ln>
        </p:spPr>
        <p:txBody>
          <a:bodyPr lIns="0" tIns="0" rIns="0" bIns="0" anchor="ctr">
            <a:noAutofit/>
          </a:bodyPr>
          <a:p>
            <a:pPr indent="0" algn="ctr">
              <a:buNone/>
            </a:pPr>
            <a:endParaRPr lang="en-IN" sz="1800" b="0" u="none" strike="noStrike">
              <a:solidFill>
                <a:srgbClr val="000000"/>
              </a:solidFill>
              <a:effectLst/>
              <a:uFillTx/>
              <a:latin typeface="Arial"/>
            </a:endParaRPr>
          </a:p>
        </p:txBody>
      </p:sp>
      <p:sp>
        <p:nvSpPr>
          <p:cNvPr id="529" name="PlaceHolder 2"/>
          <p:cNvSpPr>
            <a:spLocks noGrp="1"/>
          </p:cNvSpPr>
          <p:nvPr>
            <p:ph type="title"/>
          </p:nvPr>
        </p:nvSpPr>
        <p:spPr>
          <a:xfrm>
            <a:off x="676080" y="370440"/>
            <a:ext cx="2980800" cy="830160"/>
          </a:xfrm>
          <a:prstGeom prst="rect">
            <a:avLst/>
          </a:prstGeom>
          <a:noFill/>
          <a:ln w="0">
            <a:noFill/>
          </a:ln>
        </p:spPr>
        <p:txBody>
          <a:bodyPr lIns="91440" tIns="45720" rIns="91440" bIns="45720" anchor="t">
            <a:normAutofit/>
          </a:bodyPr>
          <a:p>
            <a:pPr indent="0" algn="l" defTabSz="457200">
              <a:lnSpc>
                <a:spcPct val="100000"/>
              </a:lnSpc>
              <a:buNone/>
              <a:tabLst>
                <a:tab pos="0" algn="l"/>
              </a:tabLst>
            </a:pPr>
            <a:r>
              <a:rPr lang="en-GB" sz="4800" b="1" u="none" strike="noStrike">
                <a:solidFill>
                  <a:schemeClr val="dk1"/>
                </a:solidFill>
                <a:effectLst/>
                <a:uFillTx/>
                <a:latin typeface="Trebuchet MS"/>
              </a:rPr>
              <a:t>RESULTS </a:t>
            </a:r>
            <a:endParaRPr lang="en-US" sz="4800" b="0" u="none" strike="noStrike">
              <a:solidFill>
                <a:schemeClr val="accent1"/>
              </a:solidFill>
              <a:effectLst/>
              <a:uFillTx/>
              <a:latin typeface="Trebuchet MS"/>
            </a:endParaRPr>
          </a:p>
        </p:txBody>
      </p:sp>
      <p:sp>
        <p:nvSpPr>
          <p:cNvPr id="530" name="Text Placeholder 30"/>
          <p:cNvSpPr/>
          <p:nvPr/>
        </p:nvSpPr>
        <p:spPr>
          <a:xfrm>
            <a:off x="321120" y="1275480"/>
            <a:ext cx="3342960" cy="665280"/>
          </a:xfrm>
          <a:prstGeom prst="rect">
            <a:avLst/>
          </a:prstGeom>
          <a:noFill/>
          <a:ln w="0">
            <a:noFill/>
          </a:ln>
        </p:spPr>
        <p:style>
          <a:lnRef idx="0"/>
          <a:fillRef idx="0"/>
          <a:effectRef idx="0"/>
          <a:fontRef idx="minor"/>
        </p:style>
        <p:txBody>
          <a:bodyPr lIns="90000" tIns="45000" rIns="90000" bIns="45000" anchor="t">
            <a:normAutofit/>
          </a:bodyPr>
          <a:p>
            <a:endParaRPr lang="en-GB" sz="2000" b="0" u="none" strike="noStrike">
              <a:solidFill>
                <a:schemeClr val="dk1"/>
              </a:solidFill>
              <a:effectLst/>
              <a:uFillTx/>
              <a:latin typeface="Trebuchet MS"/>
            </a:endParaRPr>
          </a:p>
        </p:txBody>
      </p:sp>
      <p:sp>
        <p:nvSpPr>
          <p:cNvPr id="531" name="Text Placeholder 30"/>
          <p:cNvSpPr/>
          <p:nvPr/>
        </p:nvSpPr>
        <p:spPr>
          <a:xfrm>
            <a:off x="4345560" y="1275480"/>
            <a:ext cx="3342960" cy="665280"/>
          </a:xfrm>
          <a:prstGeom prst="rect">
            <a:avLst/>
          </a:prstGeom>
          <a:noFill/>
          <a:ln w="0">
            <a:noFill/>
          </a:ln>
        </p:spPr>
        <p:style>
          <a:lnRef idx="0"/>
          <a:fillRef idx="0"/>
          <a:effectRef idx="0"/>
          <a:fontRef idx="minor"/>
        </p:style>
        <p:txBody>
          <a:bodyPr lIns="90000" tIns="45000" rIns="90000" bIns="45000" anchor="t">
            <a:normAutofit/>
          </a:bodyPr>
          <a:p>
            <a:endParaRPr lang="en-GB" sz="2000" b="0" u="none" strike="noStrike">
              <a:solidFill>
                <a:schemeClr val="dk1"/>
              </a:solidFill>
              <a:effectLst/>
              <a:uFillTx/>
              <a:latin typeface="Trebuchet MS"/>
            </a:endParaRPr>
          </a:p>
        </p:txBody>
      </p:sp>
      <p:pic>
        <p:nvPicPr>
          <p:cNvPr id="532" name="Picture 487" descr="Screenshot 2026-08-30 124113.png"/>
          <p:cNvPicPr/>
          <p:nvPr/>
        </p:nvPicPr>
        <p:blipFill>
          <a:blip r:embed="rId1"/>
          <a:stretch/>
        </p:blipFill>
        <p:spPr>
          <a:xfrm>
            <a:off x="502920" y="1417320"/>
            <a:ext cx="5166000" cy="2450160"/>
          </a:xfrm>
          <a:prstGeom prst="rect">
            <a:avLst/>
          </a:prstGeom>
          <a:noFill/>
          <a:ln w="0">
            <a:noFill/>
          </a:ln>
        </p:spPr>
      </p:pic>
      <p:pic>
        <p:nvPicPr>
          <p:cNvPr id="533" name="Picture 488" descr="Screenshot 2026-08-30 124128.png"/>
          <p:cNvPicPr/>
          <p:nvPr/>
        </p:nvPicPr>
        <p:blipFill>
          <a:blip r:embed="rId2"/>
          <a:stretch/>
        </p:blipFill>
        <p:spPr>
          <a:xfrm>
            <a:off x="5989320" y="1417320"/>
            <a:ext cx="5166000" cy="2450160"/>
          </a:xfrm>
          <a:prstGeom prst="rect">
            <a:avLst/>
          </a:prstGeom>
          <a:noFill/>
          <a:ln w="0">
            <a:noFill/>
          </a:ln>
        </p:spPr>
      </p:pic>
      <p:pic>
        <p:nvPicPr>
          <p:cNvPr id="534" name="Picture 489" descr="Screenshot 2026-08-30 124140.png"/>
          <p:cNvPicPr/>
          <p:nvPr/>
        </p:nvPicPr>
        <p:blipFill>
          <a:blip r:embed="rId3"/>
          <a:stretch/>
        </p:blipFill>
        <p:spPr>
          <a:xfrm>
            <a:off x="502920" y="4069080"/>
            <a:ext cx="5166000" cy="2450160"/>
          </a:xfrm>
          <a:prstGeom prst="rect">
            <a:avLst/>
          </a:prstGeom>
          <a:noFill/>
          <a:ln w="0">
            <a:noFill/>
          </a:ln>
        </p:spPr>
      </p:pic>
      <p:pic>
        <p:nvPicPr>
          <p:cNvPr id="535" name="Picture 490" descr="Screenshot 2026-08-30 124239.png"/>
          <p:cNvPicPr/>
          <p:nvPr/>
        </p:nvPicPr>
        <p:blipFill>
          <a:blip r:embed="rId4"/>
          <a:stretch/>
        </p:blipFill>
        <p:spPr>
          <a:xfrm>
            <a:off x="5989320" y="4069080"/>
            <a:ext cx="5166000" cy="245016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ubTitle"/>
          </p:nvPr>
        </p:nvSpPr>
        <p:spPr>
          <a:xfrm>
            <a:off x="5353560" y="2511720"/>
            <a:ext cx="1484280" cy="1367280"/>
          </a:xfrm>
          <a:prstGeom prst="rect">
            <a:avLst/>
          </a:prstGeom>
          <a:noFill/>
          <a:ln w="0">
            <a:noFill/>
          </a:ln>
        </p:spPr>
        <p:txBody>
          <a:bodyPr lIns="0" tIns="0" rIns="0" bIns="0" anchor="ctr">
            <a:noAutofit/>
          </a:bodyPr>
          <a:p>
            <a:pPr indent="0" algn="ctr">
              <a:buNone/>
            </a:pPr>
            <a:endParaRPr lang="en-IN" sz="1800" b="0" u="none" strike="noStrike">
              <a:solidFill>
                <a:srgbClr val="000000"/>
              </a:solidFill>
              <a:effectLst/>
              <a:uFillTx/>
              <a:latin typeface="Arial"/>
            </a:endParaRPr>
          </a:p>
        </p:txBody>
      </p:sp>
      <p:sp>
        <p:nvSpPr>
          <p:cNvPr id="537" name="PlaceHolder 2"/>
          <p:cNvSpPr>
            <a:spLocks noGrp="1"/>
          </p:cNvSpPr>
          <p:nvPr>
            <p:ph type="title"/>
          </p:nvPr>
        </p:nvSpPr>
        <p:spPr>
          <a:xfrm>
            <a:off x="676080" y="370440"/>
            <a:ext cx="2980800" cy="830160"/>
          </a:xfrm>
          <a:prstGeom prst="rect">
            <a:avLst/>
          </a:prstGeom>
          <a:noFill/>
          <a:ln w="0">
            <a:noFill/>
          </a:ln>
        </p:spPr>
        <p:txBody>
          <a:bodyPr lIns="91440" tIns="45720" rIns="91440" bIns="45720" anchor="t">
            <a:normAutofit/>
          </a:bodyPr>
          <a:p>
            <a:pPr indent="0" algn="l" defTabSz="457200">
              <a:lnSpc>
                <a:spcPct val="100000"/>
              </a:lnSpc>
              <a:buNone/>
              <a:tabLst>
                <a:tab pos="0" algn="l"/>
              </a:tabLst>
            </a:pPr>
            <a:r>
              <a:rPr lang="en-GB" sz="4800" b="1" u="none" strike="noStrike">
                <a:solidFill>
                  <a:schemeClr val="dk1"/>
                </a:solidFill>
                <a:effectLst/>
                <a:uFillTx/>
                <a:latin typeface="Trebuchet MS"/>
              </a:rPr>
              <a:t>RESULTS </a:t>
            </a:r>
            <a:endParaRPr lang="en-US" sz="4800" b="0" u="none" strike="noStrike">
              <a:solidFill>
                <a:schemeClr val="accent1"/>
              </a:solidFill>
              <a:effectLst/>
              <a:uFillTx/>
              <a:latin typeface="Trebuchet MS"/>
            </a:endParaRPr>
          </a:p>
        </p:txBody>
      </p:sp>
      <p:sp>
        <p:nvSpPr>
          <p:cNvPr id="538" name="Text Placeholder 30"/>
          <p:cNvSpPr/>
          <p:nvPr/>
        </p:nvSpPr>
        <p:spPr>
          <a:xfrm>
            <a:off x="321120" y="1275480"/>
            <a:ext cx="3342960" cy="665280"/>
          </a:xfrm>
          <a:prstGeom prst="rect">
            <a:avLst/>
          </a:prstGeom>
          <a:noFill/>
          <a:ln w="0">
            <a:noFill/>
          </a:ln>
        </p:spPr>
        <p:style>
          <a:lnRef idx="0"/>
          <a:fillRef idx="0"/>
          <a:effectRef idx="0"/>
          <a:fontRef idx="minor"/>
        </p:style>
        <p:txBody>
          <a:bodyPr lIns="90000" tIns="45000" rIns="90000" bIns="45000" anchor="t">
            <a:normAutofit/>
          </a:bodyPr>
          <a:p>
            <a:endParaRPr lang="en-GB" sz="2000" b="0" u="none" strike="noStrike">
              <a:solidFill>
                <a:schemeClr val="dk1"/>
              </a:solidFill>
              <a:effectLst/>
              <a:uFillTx/>
              <a:latin typeface="Trebuchet MS"/>
            </a:endParaRPr>
          </a:p>
        </p:txBody>
      </p:sp>
      <p:sp>
        <p:nvSpPr>
          <p:cNvPr id="539" name="Text Placeholder 30"/>
          <p:cNvSpPr/>
          <p:nvPr/>
        </p:nvSpPr>
        <p:spPr>
          <a:xfrm>
            <a:off x="4345560" y="1275480"/>
            <a:ext cx="3342960" cy="665280"/>
          </a:xfrm>
          <a:prstGeom prst="rect">
            <a:avLst/>
          </a:prstGeom>
          <a:noFill/>
          <a:ln w="0">
            <a:noFill/>
          </a:ln>
        </p:spPr>
        <p:style>
          <a:lnRef idx="0"/>
          <a:fillRef idx="0"/>
          <a:effectRef idx="0"/>
          <a:fontRef idx="minor"/>
        </p:style>
        <p:txBody>
          <a:bodyPr lIns="90000" tIns="45000" rIns="90000" bIns="45000" anchor="t">
            <a:normAutofit/>
          </a:bodyPr>
          <a:p>
            <a:endParaRPr lang="en-GB" sz="2000" b="0" u="none" strike="noStrike">
              <a:solidFill>
                <a:schemeClr val="dk1"/>
              </a:solidFill>
              <a:effectLst/>
              <a:uFillTx/>
              <a:latin typeface="Trebuchet MS"/>
            </a:endParaRPr>
          </a:p>
        </p:txBody>
      </p:sp>
      <p:pic>
        <p:nvPicPr>
          <p:cNvPr id="540" name="Picture 487" descr="Screenshot 2026-08-30 124332.png"/>
          <p:cNvPicPr/>
          <p:nvPr/>
        </p:nvPicPr>
        <p:blipFill>
          <a:blip r:embed="rId1"/>
          <a:stretch/>
        </p:blipFill>
        <p:spPr>
          <a:xfrm>
            <a:off x="685800" y="1965960"/>
            <a:ext cx="5166000" cy="2450160"/>
          </a:xfrm>
          <a:prstGeom prst="rect">
            <a:avLst/>
          </a:prstGeom>
          <a:noFill/>
          <a:ln w="0">
            <a:noFill/>
          </a:ln>
        </p:spPr>
      </p:pic>
      <p:pic>
        <p:nvPicPr>
          <p:cNvPr id="541" name="Picture 488" descr="Screenshot 2026-08-30 124347.png"/>
          <p:cNvPicPr/>
          <p:nvPr/>
        </p:nvPicPr>
        <p:blipFill>
          <a:blip r:embed="rId2"/>
          <a:stretch/>
        </p:blipFill>
        <p:spPr>
          <a:xfrm>
            <a:off x="6336720" y="1965960"/>
            <a:ext cx="5166000" cy="2450160"/>
          </a:xfrm>
          <a:prstGeom prst="rect">
            <a:avLst/>
          </a:prstGeom>
          <a:noFill/>
          <a:ln w="0">
            <a:noFill/>
          </a:ln>
        </p:spPr>
      </p:pic>
      <p:sp>
        <p:nvSpPr>
          <p:cNvPr id="542" name=""/>
          <p:cNvSpPr txBox="1"/>
          <p:nvPr/>
        </p:nvSpPr>
        <p:spPr>
          <a:xfrm>
            <a:off x="540000" y="6300000"/>
            <a:ext cx="8100000" cy="540000"/>
          </a:xfrm>
          <a:prstGeom prst="rect">
            <a:avLst/>
          </a:prstGeom>
          <a:noFill/>
          <a:ln w="0">
            <a:noFill/>
          </a:ln>
        </p:spPr>
        <p:txBody>
          <a:bodyPr lIns="90000" tIns="45000" rIns="90000" bIns="45000" anchor="t">
            <a:spAutoFit/>
          </a:bodyPr>
          <a:p>
            <a:r>
              <a:rPr lang="en-IN" sz="1800" b="0" u="none" strike="noStrike">
                <a:solidFill>
                  <a:srgbClr val="000000"/>
                </a:solidFill>
                <a:effectLst/>
                <a:uFillTx/>
                <a:latin typeface="Arial"/>
              </a:rPr>
              <a:t>Demo link: </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title"/>
          </p:nvPr>
        </p:nvSpPr>
        <p:spPr>
          <a:xfrm>
            <a:off x="360000" y="5040000"/>
            <a:ext cx="11339280" cy="699480"/>
          </a:xfrm>
          <a:prstGeom prst="rect">
            <a:avLst/>
          </a:prstGeom>
          <a:noFill/>
          <a:ln w="0">
            <a:noFill/>
          </a:ln>
        </p:spPr>
        <p:txBody>
          <a:bodyPr lIns="91440" tIns="45720" rIns="91440" bIns="45720" anchor="ctr">
            <a:normAutofit fontScale="92500" lnSpcReduction="9999"/>
          </a:bodyPr>
          <a:p>
            <a:pPr indent="0" algn="ctr" defTabSz="457200">
              <a:lnSpc>
                <a:spcPct val="100000"/>
              </a:lnSpc>
              <a:buNone/>
              <a:tabLst>
                <a:tab pos="0" algn="l"/>
              </a:tabLst>
            </a:pPr>
            <a:r>
              <a:rPr lang="en-US" sz="4800" b="1" u="none" strike="noStrike">
                <a:solidFill>
                  <a:schemeClr val="dk1"/>
                </a:solidFill>
                <a:effectLst/>
                <a:uFillTx/>
                <a:latin typeface="Trebuchet MS"/>
              </a:rPr>
              <a:t>     &amp; Thank you</a:t>
            </a:r>
            <a:endParaRPr lang="en-US" sz="4800" b="1" u="none" strike="noStrike">
              <a:solidFill>
                <a:schemeClr val="dk1"/>
              </a:solidFill>
              <a:effectLst/>
              <a:uFillTx/>
              <a:latin typeface="Trebuchet MS"/>
            </a:endParaRPr>
          </a:p>
        </p:txBody>
      </p:sp>
      <p:sp>
        <p:nvSpPr>
          <p:cNvPr id="544" name="Text Placeholder 28"/>
          <p:cNvSpPr/>
          <p:nvPr/>
        </p:nvSpPr>
        <p:spPr>
          <a:xfrm>
            <a:off x="878400" y="4134960"/>
            <a:ext cx="2595960" cy="453240"/>
          </a:xfrm>
          <a:prstGeom prst="rect">
            <a:avLst/>
          </a:prstGeom>
          <a:noFill/>
          <a:ln w="0">
            <a:noFill/>
          </a:ln>
        </p:spPr>
        <p:style>
          <a:lnRef idx="0"/>
          <a:fillRef idx="0"/>
          <a:effectRef idx="0"/>
          <a:fontRef idx="minor"/>
        </p:style>
        <p:txBody>
          <a:bodyPr lIns="90000" tIns="45000" rIns="90000" bIns="45000" anchor="t">
            <a:normAutofit fontScale="92500" lnSpcReduction="9999"/>
          </a:bodyPr>
          <a:p>
            <a:pPr algn="ctr" defTabSz="457200">
              <a:lnSpc>
                <a:spcPct val="100000"/>
              </a:lnSpc>
              <a:spcBef>
                <a:spcPts val="1001"/>
              </a:spcBef>
              <a:tabLst>
                <a:tab pos="0" algn="l"/>
              </a:tabLst>
            </a:pPr>
            <a:endParaRPr lang="en-IN" sz="2400" b="1" u="none" strike="noStrike">
              <a:solidFill>
                <a:schemeClr val="accent4"/>
              </a:solidFill>
              <a:effectLst/>
              <a:uFillTx/>
              <a:latin typeface="Trebuchet MS"/>
            </a:endParaRPr>
          </a:p>
        </p:txBody>
      </p:sp>
      <p:sp>
        <p:nvSpPr>
          <p:cNvPr id="545" name="Text Placeholder 28"/>
          <p:cNvSpPr/>
          <p:nvPr/>
        </p:nvSpPr>
        <p:spPr>
          <a:xfrm>
            <a:off x="5353560" y="3962520"/>
            <a:ext cx="2595960" cy="453240"/>
          </a:xfrm>
          <a:prstGeom prst="rect">
            <a:avLst/>
          </a:prstGeom>
          <a:noFill/>
          <a:ln w="0">
            <a:noFill/>
          </a:ln>
        </p:spPr>
        <p:style>
          <a:lnRef idx="0"/>
          <a:fillRef idx="0"/>
          <a:effectRef idx="0"/>
          <a:fontRef idx="minor"/>
        </p:style>
        <p:txBody>
          <a:bodyPr lIns="90000" tIns="45000" rIns="90000" bIns="45000" anchor="t">
            <a:normAutofit fontScale="92500" lnSpcReduction="9999"/>
          </a:bodyPr>
          <a:p>
            <a:pPr algn="ctr" defTabSz="457200">
              <a:lnSpc>
                <a:spcPct val="100000"/>
              </a:lnSpc>
              <a:spcBef>
                <a:spcPts val="1001"/>
              </a:spcBef>
              <a:tabLst>
                <a:tab pos="0" algn="l"/>
              </a:tabLst>
            </a:pPr>
            <a:endParaRPr lang="en-IN" sz="2200" b="1" u="none" strike="noStrike">
              <a:solidFill>
                <a:schemeClr val="accent4"/>
              </a:solidFill>
              <a:effectLst/>
              <a:uFillTx/>
              <a:latin typeface="Trebuchet MS"/>
            </a:endParaRPr>
          </a:p>
        </p:txBody>
      </p:sp>
      <p:sp>
        <p:nvSpPr>
          <p:cNvPr id="546" name="Text Placeholder 28"/>
          <p:cNvSpPr/>
          <p:nvPr/>
        </p:nvSpPr>
        <p:spPr>
          <a:xfrm>
            <a:off x="7789320" y="3962520"/>
            <a:ext cx="2595960" cy="453240"/>
          </a:xfrm>
          <a:prstGeom prst="rect">
            <a:avLst/>
          </a:prstGeom>
          <a:noFill/>
          <a:ln w="0">
            <a:noFill/>
          </a:ln>
        </p:spPr>
        <p:style>
          <a:lnRef idx="0"/>
          <a:fillRef idx="0"/>
          <a:effectRef idx="0"/>
          <a:fontRef idx="minor"/>
        </p:style>
        <p:txBody>
          <a:bodyPr lIns="90000" tIns="45000" rIns="90000" bIns="45000" anchor="t">
            <a:normAutofit fontScale="92500" lnSpcReduction="9999"/>
          </a:bodyPr>
          <a:p>
            <a:pPr algn="ctr" defTabSz="457200">
              <a:lnSpc>
                <a:spcPct val="100000"/>
              </a:lnSpc>
              <a:spcBef>
                <a:spcPts val="1001"/>
              </a:spcBef>
              <a:tabLst>
                <a:tab pos="0" algn="l"/>
              </a:tabLst>
            </a:pPr>
            <a:endParaRPr lang="en-IN" sz="2200" b="1" u="none" strike="noStrike">
              <a:solidFill>
                <a:schemeClr val="accent4"/>
              </a:solidFill>
              <a:effectLst/>
              <a:uFillTx/>
              <a:latin typeface="Trebuchet MS"/>
            </a:endParaRPr>
          </a:p>
        </p:txBody>
      </p:sp>
      <p:sp>
        <p:nvSpPr>
          <p:cNvPr id="547" name="Text Placeholder 30"/>
          <p:cNvSpPr/>
          <p:nvPr/>
        </p:nvSpPr>
        <p:spPr>
          <a:xfrm>
            <a:off x="6095880" y="4641840"/>
            <a:ext cx="2139120" cy="110808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GB" sz="1600" b="0" u="none" strike="noStrike">
              <a:solidFill>
                <a:schemeClr val="dk1"/>
              </a:solidFill>
              <a:effectLst/>
              <a:uFillTx/>
              <a:latin typeface="Trebuchet MS"/>
            </a:endParaRPr>
          </a:p>
        </p:txBody>
      </p:sp>
      <p:sp>
        <p:nvSpPr>
          <p:cNvPr id="548" name="Text Placeholder 30"/>
          <p:cNvSpPr/>
          <p:nvPr/>
        </p:nvSpPr>
        <p:spPr>
          <a:xfrm>
            <a:off x="8591400" y="4641840"/>
            <a:ext cx="2139120" cy="1108080"/>
          </a:xfrm>
          <a:prstGeom prst="rect">
            <a:avLst/>
          </a:prstGeom>
          <a:noFill/>
          <a:ln w="0">
            <a:noFill/>
          </a:ln>
        </p:spPr>
        <p:style>
          <a:lnRef idx="0"/>
          <a:fillRef idx="0"/>
          <a:effectRef idx="0"/>
          <a:fontRef idx="minor"/>
        </p:style>
        <p:txBody>
          <a:bodyPr lIns="90000" tIns="45000" rIns="90000" bIns="45000" anchor="t">
            <a:normAutofit/>
          </a:bodyPr>
          <a:p>
            <a:pPr algn="ctr" defTabSz="457200">
              <a:lnSpc>
                <a:spcPct val="100000"/>
              </a:lnSpc>
              <a:spcBef>
                <a:spcPts val="1001"/>
              </a:spcBef>
              <a:tabLst>
                <a:tab pos="0" algn="l"/>
              </a:tabLst>
            </a:pPr>
            <a:endParaRPr lang="en-IN" sz="1600" b="0" u="none" strike="noStrike">
              <a:solidFill>
                <a:srgbClr val="000000"/>
              </a:solidFill>
              <a:effectLst/>
              <a:uFillTx/>
              <a:latin typeface="Arial"/>
            </a:endParaRPr>
          </a:p>
        </p:txBody>
      </p:sp>
      <p:pic>
        <p:nvPicPr>
          <p:cNvPr id="549" name="Picture 14"/>
          <p:cNvPicPr/>
          <p:nvPr/>
        </p:nvPicPr>
        <p:blipFill>
          <a:blip r:embed="rId1"/>
          <a:srcRect l="0" t="96179" r="0" b="0"/>
          <a:stretch/>
        </p:blipFill>
        <p:spPr>
          <a:xfrm>
            <a:off x="676080" y="6472080"/>
            <a:ext cx="2142360" cy="192240"/>
          </a:xfrm>
          <a:prstGeom prst="rect">
            <a:avLst/>
          </a:prstGeom>
          <a:noFill/>
          <a:ln w="0">
            <a:noFill/>
          </a:ln>
        </p:spPr>
      </p:pic>
      <p:sp>
        <p:nvSpPr>
          <p:cNvPr id="550" name="PlaceHolder 2"/>
          <p:cNvSpPr>
            <a:spLocks noGrp="1"/>
          </p:cNvSpPr>
          <p:nvPr>
            <p:ph/>
          </p:nvPr>
        </p:nvSpPr>
        <p:spPr>
          <a:xfrm>
            <a:off x="2975040" y="3962520"/>
            <a:ext cx="2139120" cy="343440"/>
          </a:xfrm>
          <a:prstGeom prst="rect">
            <a:avLst/>
          </a:prstGeom>
          <a:noFill/>
          <a:ln w="0">
            <a:noFill/>
          </a:ln>
        </p:spPr>
        <p:txBody>
          <a:bodyPr lIns="91440" tIns="45720" rIns="91440" bIns="45720" anchor="t">
            <a:normAutofit fontScale="62500" lnSpcReduction="19999"/>
          </a:bodyPr>
          <a:p>
            <a:pPr indent="0" algn="ctr" defTabSz="457200">
              <a:buNone/>
              <a:tabLst>
                <a:tab pos="0" algn="l"/>
              </a:tabLst>
            </a:pPr>
            <a:endParaRPr lang="en-US" sz="1800" b="0" u="none" strike="noStrike">
              <a:solidFill>
                <a:schemeClr val="dk1"/>
              </a:solidFill>
              <a:effectLst/>
              <a:uFillTx/>
              <a:latin typeface="Trebuchet MS"/>
            </a:endParaRPr>
          </a:p>
        </p:txBody>
      </p:sp>
      <p:sp>
        <p:nvSpPr>
          <p:cNvPr id="551" name=""/>
          <p:cNvSpPr/>
          <p:nvPr/>
        </p:nvSpPr>
        <p:spPr>
          <a:xfrm>
            <a:off x="1620000" y="720000"/>
            <a:ext cx="5039640" cy="7196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2400" b="0" u="none" strike="noStrike">
                <a:solidFill>
                  <a:srgbClr val="000000"/>
                </a:solidFill>
                <a:effectLst/>
                <a:uFillTx/>
                <a:latin typeface="Arial"/>
              </a:rPr>
              <a:t>            </a:t>
            </a:r>
            <a:r>
              <a:rPr lang="en-IN" sz="2800" b="0" u="none" strike="noStrike">
                <a:solidFill>
                  <a:srgbClr val="000000"/>
                </a:solidFill>
                <a:effectLst/>
                <a:uFillTx/>
                <a:latin typeface="Arial"/>
              </a:rPr>
              <a:t>- Conclusion -</a:t>
            </a:r>
            <a:endParaRPr lang="en-IN" sz="2800" b="0" u="none" strike="noStrike">
              <a:solidFill>
                <a:srgbClr val="000000"/>
              </a:solidFill>
              <a:effectLst/>
              <a:uFillTx/>
              <a:latin typeface="Arial"/>
            </a:endParaRPr>
          </a:p>
        </p:txBody>
      </p:sp>
      <p:sp>
        <p:nvSpPr>
          <p:cNvPr id="552" name=""/>
          <p:cNvSpPr/>
          <p:nvPr/>
        </p:nvSpPr>
        <p:spPr>
          <a:xfrm>
            <a:off x="1440000" y="1440000"/>
            <a:ext cx="6839640" cy="34196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IN" sz="1800" b="0" u="none" strike="noStrike">
                <a:solidFill>
                  <a:srgbClr val="000000"/>
                </a:solidFill>
                <a:effectLst/>
                <a:uFillTx/>
                <a:latin typeface="Arial"/>
              </a:rPr>
              <a:t>Through this project, the Car Dekho dataset was analysed using Python to understand important trends in the used-vehicle market. The analysis identified vehicle price ranges, missing values, popular vehicles, fuel types, seller types, transmission types and ownership patterns.                                     Depreciation analysis helped identify vehicles with the highest and lowest price depreciation. The dataset was also separated into two-wheelers and cars to study their individual characteristics.                                                                            </a:t>
            </a:r>
            <a:r>
              <a:rPr lang="en-IN" sz="1800" b="0" u="none" strike="noStrike">
                <a:solidFill>
                  <a:srgbClr val="000000"/>
                </a:solidFill>
                <a:effectLst/>
                <a:uFillTx/>
                <a:latin typeface="Arial"/>
              </a:rPr>
              <a:t>	</a:t>
            </a:r>
            <a:r>
              <a:rPr lang="en-IN" sz="1800" b="0" u="none" strike="noStrike">
                <a:solidFill>
                  <a:srgbClr val="000000"/>
                </a:solidFill>
                <a:effectLst/>
                <a:uFillTx/>
                <a:latin typeface="Arial"/>
              </a:rPr>
              <a:t>	</a:t>
            </a:r>
            <a:r>
              <a:rPr lang="en-IN" sz="1800" b="0" u="none" strike="noStrike">
                <a:solidFill>
                  <a:srgbClr val="000000"/>
                </a:solidFill>
                <a:effectLst/>
                <a:uFillTx/>
                <a:latin typeface="Arial"/>
              </a:rPr>
              <a:t> Overall, the project demonstrates how data analysis can be used to extract meaningful insights from real-world vehicle-market data. </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11" dur="indefinite" restart="never" nodeType="tmRoot">
          <p:childTnLst>
            <p:seq>
              <p:cTn id="112" dur="indefinite" nodeType="mainSeq">
                <p:childTnLst>
                  <p:par>
                    <p:cTn id="113" fill="hold">
                      <p:stCondLst>
                        <p:cond delay="indefinite"/>
                      </p:stCondLst>
                      <p:childTnLst>
                        <p:par>
                          <p:cTn id="114" fill="hold">
                            <p:stCondLst>
                              <p:cond delay="0"/>
                            </p:stCondLst>
                            <p:childTnLst>
                              <p:par>
                                <p:cTn id="115" presetID="53" presetClass="entr" fill="hold" nodeType="clickEffect" presetSubtype="16">
                                  <p:stCondLst>
                                    <p:cond delay="0"/>
                                  </p:stCondLst>
                                  <p:childTnLst>
                                    <p:set>
                                      <p:cBhvr>
                                        <p:cTn id="116" dur="1" fill="hold">
                                          <p:stCondLst>
                                            <p:cond delay="0"/>
                                          </p:stCondLst>
                                        </p:cTn>
                                        <p:tgtEl>
                                          <p:spTgt spid="543"/>
                                        </p:tgtEl>
                                        <p:attrNameLst>
                                          <p:attrName>style.visibility</p:attrName>
                                        </p:attrNameLst>
                                      </p:cBhvr>
                                      <p:to>
                                        <p:strVal val="visible"/>
                                      </p:to>
                                    </p:set>
                                    <p:anim calcmode="lin" valueType="num">
                                      <p:cBhvr additive="repl">
                                        <p:cTn id="117" dur="500" fill="hold"/>
                                        <p:tgtEl>
                                          <p:spTgt spid="543"/>
                                        </p:tgtEl>
                                        <p:attrNameLst>
                                          <p:attrName>ppt_w</p:attrName>
                                        </p:attrNameLst>
                                      </p:cBhvr>
                                      <p:tavLst>
                                        <p:tav>
                                          <p:val>
                                            <p:fltVal val="0"/>
                                          </p:val>
                                        </p:tav>
                                        <p:tav tm="100000">
                                          <p:val>
                                            <p:strVal val="#ppt_w"/>
                                          </p:val>
                                        </p:tav>
                                      </p:tavLst>
                                    </p:anim>
                                    <p:anim calcmode="lin" valueType="num">
                                      <p:cBhvr additive="repl">
                                        <p:cTn id="118" dur="500" fill="hold"/>
                                        <p:tgtEl>
                                          <p:spTgt spid="543"/>
                                        </p:tgtEl>
                                        <p:attrNameLst>
                                          <p:attrName>ppt_h</p:attrName>
                                        </p:attrNameLst>
                                      </p:cBhvr>
                                      <p:tavLst>
                                        <p:tav>
                                          <p:val>
                                            <p:fltVal val="0"/>
                                          </p:val>
                                        </p:tav>
                                        <p:tav tm="100000">
                                          <p:val>
                                            <p:strVal val="#ppt_h"/>
                                          </p:val>
                                        </p:tav>
                                      </p:tavLst>
                                    </p:anim>
                                    <p:animEffect transition="in" filter="fade">
                                      <p:cBhvr additive="repl">
                                        <p:cTn id="119" dur="500"/>
                                        <p:tgtEl>
                                          <p:spTgt spid="543"/>
                                        </p:tgtEl>
                                      </p:cBhvr>
                                    </p:animEffect>
                                  </p:childTnLst>
                                </p:cTn>
                              </p:par>
                            </p:childTnLst>
                          </p:cTn>
                        </p:par>
                      </p:childTnLst>
                    </p:cTn>
                  </p:par>
                  <p:par>
                    <p:cTn id="120" fill="hold">
                      <p:stCondLst>
                        <p:cond delay="indefinite"/>
                      </p:stCondLst>
                      <p:childTnLst>
                        <p:par>
                          <p:cTn id="121" fill="hold">
                            <p:stCondLst>
                              <p:cond delay="0"/>
                            </p:stCondLst>
                            <p:childTnLst>
                              <p:par>
                                <p:cTn id="122" presetID="12" presetClass="entr" fill="hold" nodeType="clickEffect" presetSubtype="4">
                                  <p:stCondLst>
                                    <p:cond delay="0"/>
                                  </p:stCondLst>
                                  <p:endCondLst>
                                    <p:cond delay="0" evt="begin">
                                      <p:tn val="122"/>
                                    </p:cond>
                                  </p:endCondLst>
                                  <p:childTnLst>
                                    <p:set>
                                      <p:cBhvr>
                                        <p:cTn id="123" dur="1" fill="hold">
                                          <p:stCondLst>
                                            <p:cond delay="0"/>
                                          </p:stCondLst>
                                        </p:cTn>
                                        <p:tgtEl>
                                          <p:spTgt spid="544"/>
                                        </p:tgtEl>
                                        <p:attrNameLst>
                                          <p:attrName>style.visibility</p:attrName>
                                        </p:attrNameLst>
                                      </p:cBhvr>
                                      <p:to>
                                        <p:strVal val="visible"/>
                                      </p:to>
                                    </p:set>
                                    <p:anim calcmode="lin" valueType="num">
                                      <p:cBhvr additive="repl">
                                        <p:cTn id="124" dur="500"/>
                                        <p:tgtEl>
                                          <p:spTgt spid="544"/>
                                        </p:tgtEl>
                                        <p:attrNameLst>
                                          <p:attrName>ppt_y</p:attrName>
                                        </p:attrNameLst>
                                      </p:cBhvr>
                                      <p:tavLst>
                                        <p:tav>
                                          <p:val>
                                            <p:strVal val="#ppt_y+#ppt_h*1.125000"/>
                                          </p:val>
                                        </p:tav>
                                        <p:tav tm="100000">
                                          <p:val>
                                            <p:strVal val="#ppt_y"/>
                                          </p:val>
                                        </p:tav>
                                      </p:tavLst>
                                    </p:anim>
                                    <p:animEffect transition="in" filter="wipe(up)">
                                      <p:cBhvr additive="repl">
                                        <p:cTn id="125" dur="500"/>
                                        <p:tgtEl>
                                          <p:spTgt spid="544"/>
                                        </p:tgtEl>
                                      </p:cBhvr>
                                    </p:animEffect>
                                  </p:childTnLst>
                                </p:cTn>
                              </p:par>
                            </p:childTnLst>
                          </p:cTn>
                        </p:par>
                      </p:childTnLst>
                    </p:cTn>
                  </p:par>
                  <p:par>
                    <p:cTn id="126" fill="hold">
                      <p:stCondLst>
                        <p:cond delay="indefinite"/>
                      </p:stCondLst>
                      <p:childTnLst>
                        <p:par>
                          <p:cTn id="127" fill="hold">
                            <p:stCondLst>
                              <p:cond delay="0"/>
                            </p:stCondLst>
                            <p:childTnLst>
                              <p:par>
                                <p:cTn id="128" presetID="12" presetClass="entr" fill="hold" nodeType="clickEffect" presetSubtype="4">
                                  <p:stCondLst>
                                    <p:cond delay="0"/>
                                  </p:stCondLst>
                                  <p:endCondLst>
                                    <p:cond delay="0" evt="begin">
                                      <p:tn val="128"/>
                                    </p:cond>
                                  </p:endCondLst>
                                  <p:childTnLst>
                                    <p:set>
                                      <p:cBhvr>
                                        <p:cTn id="129" dur="1" fill="hold">
                                          <p:stCondLst>
                                            <p:cond delay="0"/>
                                          </p:stCondLst>
                                        </p:cTn>
                                        <p:tgtEl>
                                          <p:spTgt spid="545"/>
                                        </p:tgtEl>
                                        <p:attrNameLst>
                                          <p:attrName>style.visibility</p:attrName>
                                        </p:attrNameLst>
                                      </p:cBhvr>
                                      <p:to>
                                        <p:strVal val="visible"/>
                                      </p:to>
                                    </p:set>
                                    <p:anim calcmode="lin" valueType="num">
                                      <p:cBhvr additive="repl">
                                        <p:cTn id="130" dur="500"/>
                                        <p:tgtEl>
                                          <p:spTgt spid="545"/>
                                        </p:tgtEl>
                                        <p:attrNameLst>
                                          <p:attrName>ppt_y</p:attrName>
                                        </p:attrNameLst>
                                      </p:cBhvr>
                                      <p:tavLst>
                                        <p:tav>
                                          <p:val>
                                            <p:strVal val="#ppt_y+#ppt_h*1.125000"/>
                                          </p:val>
                                        </p:tav>
                                        <p:tav tm="100000">
                                          <p:val>
                                            <p:strVal val="#ppt_y"/>
                                          </p:val>
                                        </p:tav>
                                      </p:tavLst>
                                    </p:anim>
                                    <p:animEffect transition="in" filter="wipe(up)">
                                      <p:cBhvr additive="repl">
                                        <p:cTn id="131" dur="500"/>
                                        <p:tgtEl>
                                          <p:spTgt spid="545"/>
                                        </p:tgtEl>
                                      </p:cBhvr>
                                    </p:animEffect>
                                  </p:childTnLst>
                                </p:cTn>
                              </p:par>
                            </p:childTnLst>
                          </p:cTn>
                        </p:par>
                      </p:childTnLst>
                    </p:cTn>
                  </p:par>
                  <p:par>
                    <p:cTn id="132" fill="hold">
                      <p:stCondLst>
                        <p:cond delay="indefinite"/>
                      </p:stCondLst>
                      <p:childTnLst>
                        <p:par>
                          <p:cTn id="133" fill="hold">
                            <p:stCondLst>
                              <p:cond delay="0"/>
                            </p:stCondLst>
                            <p:childTnLst>
                              <p:par>
                                <p:cTn id="134" presetID="12" presetClass="entr" fill="hold" nodeType="clickEffect" presetSubtype="4">
                                  <p:stCondLst>
                                    <p:cond delay="0"/>
                                  </p:stCondLst>
                                  <p:endCondLst>
                                    <p:cond delay="0" evt="begin">
                                      <p:tn val="134"/>
                                    </p:cond>
                                  </p:endCondLst>
                                  <p:childTnLst>
                                    <p:set>
                                      <p:cBhvr>
                                        <p:cTn id="135" dur="1" fill="hold">
                                          <p:stCondLst>
                                            <p:cond delay="0"/>
                                          </p:stCondLst>
                                        </p:cTn>
                                        <p:tgtEl>
                                          <p:spTgt spid="547"/>
                                        </p:tgtEl>
                                        <p:attrNameLst>
                                          <p:attrName>style.visibility</p:attrName>
                                        </p:attrNameLst>
                                      </p:cBhvr>
                                      <p:to>
                                        <p:strVal val="visible"/>
                                      </p:to>
                                    </p:set>
                                    <p:anim calcmode="lin" valueType="num">
                                      <p:cBhvr additive="repl">
                                        <p:cTn id="136" dur="500"/>
                                        <p:tgtEl>
                                          <p:spTgt spid="547"/>
                                        </p:tgtEl>
                                        <p:attrNameLst>
                                          <p:attrName>ppt_y</p:attrName>
                                        </p:attrNameLst>
                                      </p:cBhvr>
                                      <p:tavLst>
                                        <p:tav>
                                          <p:val>
                                            <p:strVal val="#ppt_y+#ppt_h*1.125000"/>
                                          </p:val>
                                        </p:tav>
                                        <p:tav tm="100000">
                                          <p:val>
                                            <p:strVal val="#ppt_y"/>
                                          </p:val>
                                        </p:tav>
                                      </p:tavLst>
                                    </p:anim>
                                    <p:animEffect transition="in" filter="wipe(up)">
                                      <p:cBhvr additive="repl">
                                        <p:cTn id="137" dur="500"/>
                                        <p:tgtEl>
                                          <p:spTgt spid="547"/>
                                        </p:tgtEl>
                                      </p:cBhvr>
                                    </p:animEffect>
                                  </p:childTnLst>
                                </p:cTn>
                              </p:par>
                            </p:childTnLst>
                          </p:cTn>
                        </p:par>
                      </p:childTnLst>
                    </p:cTn>
                  </p:par>
                  <p:par>
                    <p:cTn id="138" fill="hold">
                      <p:stCondLst>
                        <p:cond delay="indefinite"/>
                      </p:stCondLst>
                      <p:childTnLst>
                        <p:par>
                          <p:cTn id="139" fill="hold">
                            <p:stCondLst>
                              <p:cond delay="0"/>
                            </p:stCondLst>
                            <p:childTnLst>
                              <p:par>
                                <p:cTn id="140" presetID="12" presetClass="entr" fill="hold" nodeType="clickEffect" presetSubtype="4">
                                  <p:stCondLst>
                                    <p:cond delay="0"/>
                                  </p:stCondLst>
                                  <p:endCondLst>
                                    <p:cond delay="0" evt="begin">
                                      <p:tn val="140"/>
                                    </p:cond>
                                  </p:endCondLst>
                                  <p:childTnLst>
                                    <p:set>
                                      <p:cBhvr>
                                        <p:cTn id="141" dur="1" fill="hold">
                                          <p:stCondLst>
                                            <p:cond delay="0"/>
                                          </p:stCondLst>
                                        </p:cTn>
                                        <p:tgtEl>
                                          <p:spTgt spid="546"/>
                                        </p:tgtEl>
                                        <p:attrNameLst>
                                          <p:attrName>style.visibility</p:attrName>
                                        </p:attrNameLst>
                                      </p:cBhvr>
                                      <p:to>
                                        <p:strVal val="visible"/>
                                      </p:to>
                                    </p:set>
                                    <p:anim calcmode="lin" valueType="num">
                                      <p:cBhvr additive="repl">
                                        <p:cTn id="142" dur="500"/>
                                        <p:tgtEl>
                                          <p:spTgt spid="546"/>
                                        </p:tgtEl>
                                        <p:attrNameLst>
                                          <p:attrName>ppt_y</p:attrName>
                                        </p:attrNameLst>
                                      </p:cBhvr>
                                      <p:tavLst>
                                        <p:tav>
                                          <p:val>
                                            <p:strVal val="#ppt_y+#ppt_h*1.125000"/>
                                          </p:val>
                                        </p:tav>
                                        <p:tav tm="100000">
                                          <p:val>
                                            <p:strVal val="#ppt_y"/>
                                          </p:val>
                                        </p:tav>
                                      </p:tavLst>
                                    </p:anim>
                                    <p:animEffect transition="in" filter="wipe(up)">
                                      <p:cBhvr additive="repl">
                                        <p:cTn id="143" dur="500"/>
                                        <p:tgtEl>
                                          <p:spTgt spid="546"/>
                                        </p:tgtEl>
                                      </p:cBhvr>
                                    </p:animEffect>
                                  </p:childTnLst>
                                </p:cTn>
                              </p:par>
                            </p:childTnLst>
                          </p:cTn>
                        </p:par>
                      </p:childTnLst>
                    </p:cTn>
                  </p:par>
                  <p:par>
                    <p:cTn id="144" fill="hold">
                      <p:stCondLst>
                        <p:cond delay="indefinite"/>
                      </p:stCondLst>
                      <p:childTnLst>
                        <p:par>
                          <p:cTn id="145" fill="hold">
                            <p:stCondLst>
                              <p:cond delay="0"/>
                            </p:stCondLst>
                            <p:childTnLst>
                              <p:par>
                                <p:cTn id="146" presetID="12" presetClass="entr" fill="hold" nodeType="clickEffect" presetSubtype="4">
                                  <p:stCondLst>
                                    <p:cond delay="0"/>
                                  </p:stCondLst>
                                  <p:childTnLst>
                                    <p:set>
                                      <p:cBhvr>
                                        <p:cTn id="147" dur="1" fill="hold">
                                          <p:stCondLst>
                                            <p:cond delay="0"/>
                                          </p:stCondLst>
                                        </p:cTn>
                                        <p:tgtEl>
                                          <p:spTgt spid="548"/>
                                        </p:tgtEl>
                                        <p:attrNameLst>
                                          <p:attrName>style.visibility</p:attrName>
                                        </p:attrNameLst>
                                      </p:cBhvr>
                                      <p:to>
                                        <p:strVal val="visible"/>
                                      </p:to>
                                    </p:set>
                                    <p:anim calcmode="lin" valueType="num">
                                      <p:cBhvr additive="repl">
                                        <p:cTn id="148" dur="500"/>
                                        <p:tgtEl>
                                          <p:spTgt spid="548"/>
                                        </p:tgtEl>
                                        <p:attrNameLst>
                                          <p:attrName>ppt_y</p:attrName>
                                        </p:attrNameLst>
                                      </p:cBhvr>
                                      <p:tavLst>
                                        <p:tav>
                                          <p:val>
                                            <p:strVal val="#ppt_y+#ppt_h*1.125000"/>
                                          </p:val>
                                        </p:tav>
                                        <p:tav tm="100000">
                                          <p:val>
                                            <p:strVal val="#ppt_y"/>
                                          </p:val>
                                        </p:tav>
                                      </p:tavLst>
                                    </p:anim>
                                    <p:animEffect transition="in" filter="wipe(up)">
                                      <p:cBhvr additive="repl">
                                        <p:cTn id="149" dur="500"/>
                                        <p:tgtEl>
                                          <p:spTgt spid="5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pitchFamily="0" charset="1"/>
        <a:ea typeface=""/>
        <a:cs typeface=""/>
      </a:majorFont>
      <a:minorFont>
        <a:latin typeface="Trebuchet MS" panose="020B0603020202020204"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562</TotalTime>
  <Application>LibreOffice/26.2.5.2$Windows_X86_64 LibreOffice_project/cd7284b4cbbfeb507e630c1aac019f4157393acb</Application>
  <AppVersion>15.0000</AppVersion>
  <Words>36</Words>
  <Paragraphs>13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2021-07-11T13:13:15Z</dcterms:created>
  <dc:creator>Venkataswamy</dc:creator>
  <dc:description/>
  <dc:language>en-IN</dc:language>
  <cp:lastModifiedBy/>
  <dcterms:modified xsi:type="dcterms:W3CDTF">2026-08-31T13:36:09Z</dcterms:modified>
  <cp:revision>75</cp:revision>
  <dc:subject/>
  <dc:title>MASKED HUNTERS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vt:i4>
  </property>
  <property fmtid="{D5CDD505-2E9C-101B-9397-08002B2CF9AE}" pid="4" name="PresentationFormat">
    <vt:lpwstr>Widescreen</vt:lpwstr>
  </property>
  <property fmtid="{D5CDD505-2E9C-101B-9397-08002B2CF9AE}" pid="5" name="Slides">
    <vt:i4>7</vt:i4>
  </property>
</Properties>
</file>